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9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7" r:id="rId8"/>
    <p:sldId id="268" r:id="rId9"/>
    <p:sldId id="269" r:id="rId10"/>
    <p:sldId id="260" r:id="rId11"/>
    <p:sldId id="261" r:id="rId12"/>
    <p:sldId id="262" r:id="rId13"/>
    <p:sldId id="263" r:id="rId14"/>
    <p:sldId id="271" r:id="rId15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871"/>
    <a:srgbClr val="1C40A8"/>
    <a:srgbClr val="6D83BA"/>
    <a:srgbClr val="5C6F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4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customXmlProps" Target="../customXml/itemProps99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3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73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04868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8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04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0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0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0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09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0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1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1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2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2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8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2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2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2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2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2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3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9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9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9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9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9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0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7.png"/><Relationship Id="rId2" Type="http://schemas.openxmlformats.org/officeDocument/2006/relationships/tags" Target="../tags/tag1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7.png"/><Relationship Id="rId2" Type="http://schemas.openxmlformats.org/officeDocument/2006/relationships/tags" Target="../tags/tag23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3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7.png"/><Relationship Id="rId2" Type="http://schemas.openxmlformats.org/officeDocument/2006/relationships/tags" Target="../tags/tag37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image" Target="../media/image7.png"/><Relationship Id="rId3" Type="http://schemas.openxmlformats.org/officeDocument/2006/relationships/tags" Target="../tags/tag48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62.xml"/><Relationship Id="rId20" Type="http://schemas.openxmlformats.org/officeDocument/2006/relationships/tags" Target="../tags/tag61.xml"/><Relationship Id="rId2" Type="http://schemas.openxmlformats.org/officeDocument/2006/relationships/tags" Target="../tags/tag47.xml"/><Relationship Id="rId19" Type="http://schemas.openxmlformats.org/officeDocument/2006/relationships/tags" Target="../tags/tag60.xml"/><Relationship Id="rId18" Type="http://schemas.openxmlformats.org/officeDocument/2006/relationships/image" Target="../media/image13.png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image" Target="../media/image12.png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image" Target="../media/image11.png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7.png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79.xml"/><Relationship Id="rId2" Type="http://schemas.openxmlformats.org/officeDocument/2006/relationships/tags" Target="../tags/tag6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image" Target="../media/image14.png"/><Relationship Id="rId10" Type="http://schemas.openxmlformats.org/officeDocument/2006/relationships/tags" Target="../tags/tag70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83.xml"/><Relationship Id="rId7" Type="http://schemas.openxmlformats.org/officeDocument/2006/relationships/image" Target="../media/image16.png"/><Relationship Id="rId6" Type="http://schemas.openxmlformats.org/officeDocument/2006/relationships/tags" Target="../tags/tag82.xml"/><Relationship Id="rId5" Type="http://schemas.openxmlformats.org/officeDocument/2006/relationships/image" Target="../media/image15.png"/><Relationship Id="rId4" Type="http://schemas.openxmlformats.org/officeDocument/2006/relationships/tags" Target="../tags/tag81.xml"/><Relationship Id="rId3" Type="http://schemas.openxmlformats.org/officeDocument/2006/relationships/image" Target="../media/image7.png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98.xml"/><Relationship Id="rId27" Type="http://schemas.openxmlformats.org/officeDocument/2006/relationships/tags" Target="../tags/tag97.xml"/><Relationship Id="rId26" Type="http://schemas.openxmlformats.org/officeDocument/2006/relationships/tags" Target="../tags/tag96.xml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80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image" Target="../media/image21.png"/><Relationship Id="rId16" Type="http://schemas.openxmlformats.org/officeDocument/2006/relationships/tags" Target="../tags/tag87.xml"/><Relationship Id="rId15" Type="http://schemas.openxmlformats.org/officeDocument/2006/relationships/image" Target="../media/image20.png"/><Relationship Id="rId14" Type="http://schemas.openxmlformats.org/officeDocument/2006/relationships/tags" Target="../tags/tag86.xml"/><Relationship Id="rId13" Type="http://schemas.openxmlformats.org/officeDocument/2006/relationships/image" Target="../media/image19.png"/><Relationship Id="rId12" Type="http://schemas.openxmlformats.org/officeDocument/2006/relationships/tags" Target="../tags/tag85.xml"/><Relationship Id="rId11" Type="http://schemas.openxmlformats.org/officeDocument/2006/relationships/image" Target="../media/image18.png"/><Relationship Id="rId10" Type="http://schemas.openxmlformats.org/officeDocument/2006/relationships/tags" Target="../tags/tag84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/>
      <p:sp>
        <p:nvSpPr>
          <p:cNvPr id="1048586" name="矩形 12"/>
          <p:cNvSpPr/>
          <p:nvPr/>
        </p:nvSpPr>
        <p:spPr>
          <a:xfrm>
            <a:off x="0" y="635"/>
            <a:ext cx="12192635" cy="685736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025015"/>
            <a:ext cx="12192000" cy="3202305"/>
          </a:xfrm>
          <a:prstGeom prst="rect">
            <a:avLst/>
          </a:prstGeom>
          <a:blipFill rotWithShape="1">
            <a:blip r:embed="rId1">
              <a:alphaModFix amt="63000"/>
            </a:blip>
            <a:stretch>
              <a:fillRect/>
            </a:stretch>
          </a:blip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6985" y="2024380"/>
            <a:ext cx="12192000" cy="3202305"/>
          </a:xfrm>
          <a:prstGeom prst="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rgbClr val="1D2871">
                  <a:alpha val="87000"/>
                </a:srgbClr>
              </a:gs>
              <a:gs pos="40000">
                <a:srgbClr val="5C6F9D">
                  <a:alpha val="73000"/>
                </a:srgbClr>
              </a:gs>
              <a:gs pos="21000">
                <a:schemeClr val="accent1">
                  <a:lumMod val="40000"/>
                  <a:lumOff val="60000"/>
                  <a:alpha val="41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54" name="图片 17" descr="院徽（白色镂空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84" y="194796"/>
            <a:ext cx="1460360" cy="146036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-79375" y="185420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-67310" y="534162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1005205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7787005" y="5093335"/>
            <a:ext cx="3461385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xxx</a:t>
            </a:r>
            <a:r>
              <a:rPr lang="zh-CN" altLang="en-US">
                <a:solidFill>
                  <a:schemeClr val="tx1"/>
                </a:solidFill>
              </a:rPr>
              <a:t>学院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" y="1470025"/>
            <a:ext cx="11619230" cy="36233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84325" y="5189220"/>
            <a:ext cx="168529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xx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月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xx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日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323080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汇报人：</a:t>
            </a:r>
            <a:r>
              <a:rPr lang="en-US" altLang="zh-CN"/>
              <a:t>xxx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/>
      <p:sp>
        <p:nvSpPr>
          <p:cNvPr id="1048592" name="五边形 25"/>
          <p:cNvSpPr/>
          <p:nvPr>
            <p:custDataLst>
              <p:tags r:id="rId1"/>
            </p:custDataLst>
          </p:nvPr>
        </p:nvSpPr>
        <p:spPr>
          <a:xfrm>
            <a:off x="3214370" y="4503420"/>
            <a:ext cx="1097280" cy="636270"/>
          </a:xfrm>
          <a:prstGeom prst="homePlate">
            <a:avLst/>
          </a:prstGeom>
          <a:solidFill>
            <a:srgbClr val="1D2871"/>
          </a:solidFill>
          <a:ln>
            <a:solidFill>
              <a:srgbClr val="1D28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593" name="五边形 24"/>
          <p:cNvSpPr/>
          <p:nvPr>
            <p:custDataLst>
              <p:tags r:id="rId2"/>
            </p:custDataLst>
          </p:nvPr>
        </p:nvSpPr>
        <p:spPr>
          <a:xfrm>
            <a:off x="3214370" y="3491230"/>
            <a:ext cx="1097280" cy="636270"/>
          </a:xfrm>
          <a:prstGeom prst="homePlate">
            <a:avLst/>
          </a:prstGeom>
          <a:solidFill>
            <a:srgbClr val="1D2871"/>
          </a:solidFill>
          <a:ln>
            <a:solidFill>
              <a:srgbClr val="1D28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594" name="五边形 23"/>
          <p:cNvSpPr/>
          <p:nvPr>
            <p:custDataLst>
              <p:tags r:id="rId3"/>
            </p:custDataLst>
          </p:nvPr>
        </p:nvSpPr>
        <p:spPr>
          <a:xfrm>
            <a:off x="3214370" y="2479040"/>
            <a:ext cx="1097280" cy="636270"/>
          </a:xfrm>
          <a:prstGeom prst="homePlate">
            <a:avLst/>
          </a:prstGeom>
          <a:solidFill>
            <a:srgbClr val="1D2871"/>
          </a:solidFill>
          <a:ln>
            <a:solidFill>
              <a:srgbClr val="1D28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595" name="五边形 20"/>
          <p:cNvSpPr/>
          <p:nvPr>
            <p:custDataLst>
              <p:tags r:id="rId4"/>
            </p:custDataLst>
          </p:nvPr>
        </p:nvSpPr>
        <p:spPr>
          <a:xfrm>
            <a:off x="3214370" y="1466850"/>
            <a:ext cx="1097280" cy="636270"/>
          </a:xfrm>
          <a:prstGeom prst="homePlate">
            <a:avLst/>
          </a:prstGeom>
          <a:solidFill>
            <a:srgbClr val="1D2871"/>
          </a:solidFill>
          <a:ln>
            <a:solidFill>
              <a:srgbClr val="1D28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596" name="矩形 19"/>
          <p:cNvSpPr/>
          <p:nvPr/>
        </p:nvSpPr>
        <p:spPr>
          <a:xfrm>
            <a:off x="-68580" y="635"/>
            <a:ext cx="2712085" cy="6856730"/>
          </a:xfrm>
          <a:prstGeom prst="rect">
            <a:avLst/>
          </a:prstGeom>
          <a:solidFill>
            <a:srgbClr val="1D2871"/>
          </a:solidFill>
          <a:ln>
            <a:solidFill>
              <a:srgbClr val="1D28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597" name="文本框 11"/>
          <p:cNvSpPr txBox="1"/>
          <p:nvPr>
            <p:custDataLst>
              <p:tags r:id="rId5"/>
            </p:custDataLst>
          </p:nvPr>
        </p:nvSpPr>
        <p:spPr>
          <a:xfrm>
            <a:off x="3214370" y="1400810"/>
            <a:ext cx="970833" cy="828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01</a:t>
            </a:r>
            <a:endParaRPr lang="en-US" altLang="zh-CN" sz="44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48598" name="文本框 13"/>
          <p:cNvSpPr txBox="1"/>
          <p:nvPr>
            <p:custDataLst>
              <p:tags r:id="rId6"/>
            </p:custDataLst>
          </p:nvPr>
        </p:nvSpPr>
        <p:spPr>
          <a:xfrm>
            <a:off x="3214370" y="3442589"/>
            <a:ext cx="970833" cy="828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03</a:t>
            </a:r>
            <a:endParaRPr lang="en-US" altLang="zh-CN" sz="48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48599" name="文本框 14"/>
          <p:cNvSpPr txBox="1"/>
          <p:nvPr>
            <p:custDataLst>
              <p:tags r:id="rId7"/>
            </p:custDataLst>
          </p:nvPr>
        </p:nvSpPr>
        <p:spPr>
          <a:xfrm>
            <a:off x="3214453" y="4409071"/>
            <a:ext cx="970833" cy="828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04</a:t>
            </a:r>
            <a:endParaRPr lang="en-US" altLang="zh-CN" sz="44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048600" name="文本框 18"/>
          <p:cNvSpPr txBox="1"/>
          <p:nvPr/>
        </p:nvSpPr>
        <p:spPr>
          <a:xfrm>
            <a:off x="132715" y="715645"/>
            <a:ext cx="2473960" cy="4708525"/>
          </a:xfrm>
          <a:prstGeom prst="rect">
            <a:avLst/>
          </a:prstGeom>
        </p:spPr>
        <p:txBody>
          <a:bodyPr vert="eaVert" wrap="square">
            <a:spAutoFit/>
          </a:bodyPr>
          <a:p>
            <a:pPr algn="l"/>
            <a:endParaRPr lang="zh-CN" altLang="en-US" sz="4800" b="1" spc="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3600" b="1" spc="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contents</a:t>
            </a:r>
            <a:endParaRPr lang="en-US" altLang="zh-CN" sz="4800" b="1" spc="4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4800" b="1" spc="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目录</a:t>
            </a:r>
            <a:endParaRPr lang="zh-CN" altLang="en-US" sz="4800" b="1" spc="4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48601" name="文本框 21"/>
          <p:cNvSpPr txBox="1"/>
          <p:nvPr>
            <p:custDataLst>
              <p:tags r:id="rId8"/>
            </p:custDataLst>
          </p:nvPr>
        </p:nvSpPr>
        <p:spPr>
          <a:xfrm>
            <a:off x="3214370" y="2416810"/>
            <a:ext cx="970833" cy="828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02</a:t>
            </a:r>
            <a:endParaRPr lang="en-US" altLang="zh-CN" sz="44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56" name="F35B0BEE-F18A-47BB-8FCB-E00DA2F2635D-1" descr="C:/Users/Lillian/AppData/Local/Temp/wpp.kEPKePwpp"/>
          <p:cNvPicPr>
            <a:picLocks noChangeAspect="1"/>
          </p:cNvPicPr>
          <p:nvPr/>
        </p:nvPicPr>
        <p:blipFill>
          <a:blip r:embed="rId9"/>
          <a:srcRect t="17177" r="14341"/>
          <a:stretch>
            <a:fillRect/>
          </a:stretch>
        </p:blipFill>
        <p:spPr>
          <a:xfrm>
            <a:off x="7151370" y="0"/>
            <a:ext cx="5040630" cy="4874260"/>
          </a:xfrm>
          <a:prstGeom prst="rect">
            <a:avLst/>
          </a:prstGeom>
        </p:spPr>
      </p:pic>
      <p:sp>
        <p:nvSpPr>
          <p:cNvPr id="1048602" name="文本框 1"/>
          <p:cNvSpPr txBox="1"/>
          <p:nvPr>
            <p:custDataLst>
              <p:tags r:id="rId10"/>
            </p:custDataLst>
          </p:nvPr>
        </p:nvSpPr>
        <p:spPr>
          <a:xfrm>
            <a:off x="4567555" y="1592580"/>
            <a:ext cx="2188210" cy="7162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b="1">
                <a:solidFill>
                  <a:srgbClr val="1D287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请输入您的小标题</a:t>
            </a:r>
            <a:endParaRPr lang="zh-CN" altLang="en-US" b="1">
              <a:solidFill>
                <a:srgbClr val="1D287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48603" name="文本框 6"/>
          <p:cNvSpPr txBox="1"/>
          <p:nvPr>
            <p:custDataLst>
              <p:tags r:id="rId11"/>
            </p:custDataLst>
          </p:nvPr>
        </p:nvSpPr>
        <p:spPr>
          <a:xfrm>
            <a:off x="4567555" y="2605405"/>
            <a:ext cx="2030095" cy="4114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b="1">
                <a:solidFill>
                  <a:srgbClr val="1D287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请输入您的小标题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48604" name="文本框 7"/>
          <p:cNvSpPr txBox="1"/>
          <p:nvPr>
            <p:custDataLst>
              <p:tags r:id="rId12"/>
            </p:custDataLst>
          </p:nvPr>
        </p:nvSpPr>
        <p:spPr>
          <a:xfrm>
            <a:off x="4567555" y="3586480"/>
            <a:ext cx="2338070" cy="4114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b="1">
                <a:solidFill>
                  <a:srgbClr val="1D287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请输入您的小标题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48605" name="文本框 8"/>
          <p:cNvSpPr txBox="1"/>
          <p:nvPr>
            <p:custDataLst>
              <p:tags r:id="rId13"/>
            </p:custDataLst>
          </p:nvPr>
        </p:nvSpPr>
        <p:spPr>
          <a:xfrm>
            <a:off x="4567555" y="4629150"/>
            <a:ext cx="2332355" cy="7162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b="1">
                <a:solidFill>
                  <a:srgbClr val="1D287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请输入您的小标题</a:t>
            </a:r>
            <a:endParaRPr lang="zh-CN" altLang="en-US" b="1">
              <a:solidFill>
                <a:srgbClr val="1D287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/>
      <p:sp>
        <p:nvSpPr>
          <p:cNvPr id="1048606" name="矩形 6"/>
          <p:cNvSpPr/>
          <p:nvPr/>
        </p:nvSpPr>
        <p:spPr>
          <a:xfrm>
            <a:off x="-47625" y="1369060"/>
            <a:ext cx="12420600" cy="3940810"/>
          </a:xfrm>
          <a:prstGeom prst="rect">
            <a:avLst/>
          </a:prstGeom>
          <a:solidFill>
            <a:schemeClr val="tx2">
              <a:lumMod val="40000"/>
              <a:lumOff val="60000"/>
              <a:alpha val="59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07" name="矩形 3"/>
          <p:cNvSpPr/>
          <p:nvPr/>
        </p:nvSpPr>
        <p:spPr>
          <a:xfrm>
            <a:off x="-114300" y="-50165"/>
            <a:ext cx="13180695" cy="2026285"/>
          </a:xfrm>
          <a:prstGeom prst="rect">
            <a:avLst/>
          </a:prstGeom>
          <a:solidFill>
            <a:srgbClr val="1D2871"/>
          </a:solidFill>
          <a:ln>
            <a:solidFill>
              <a:srgbClr val="1D28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08" name="矩形 4"/>
          <p:cNvSpPr/>
          <p:nvPr/>
        </p:nvSpPr>
        <p:spPr>
          <a:xfrm>
            <a:off x="5080" y="5152390"/>
            <a:ext cx="12204065" cy="1771015"/>
          </a:xfrm>
          <a:prstGeom prst="rect">
            <a:avLst/>
          </a:prstGeom>
          <a:solidFill>
            <a:srgbClr val="1D2871"/>
          </a:solidFill>
          <a:ln>
            <a:solidFill>
              <a:srgbClr val="1D28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57" name="图片 5" descr="院徽（白色镂空）"/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2622550" y="-9525"/>
            <a:ext cx="6858000" cy="6858000"/>
          </a:xfrm>
          <a:prstGeom prst="rect">
            <a:avLst/>
          </a:prstGeom>
        </p:spPr>
      </p:pic>
      <p:sp>
        <p:nvSpPr>
          <p:cNvPr id="1048609" name="文本框 1"/>
          <p:cNvSpPr txBox="1"/>
          <p:nvPr/>
        </p:nvSpPr>
        <p:spPr>
          <a:xfrm>
            <a:off x="4736465" y="1807845"/>
            <a:ext cx="2765425" cy="2598420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en-US" altLang="zh-CN" sz="13800" b="1" spc="40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方正粗黑宋简体" panose="02000000000000000000" charset="-122"/>
                <a:ea typeface="方正粗黑宋简体" panose="02000000000000000000" charset="-122"/>
              </a:rPr>
              <a:t>01</a:t>
            </a:r>
            <a:endParaRPr lang="en-US" altLang="zh-CN" sz="13800" b="1" spc="400">
              <a:solidFill>
                <a:schemeClr val="accent1">
                  <a:lumMod val="7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048610" name="文本框 8"/>
          <p:cNvSpPr txBox="1"/>
          <p:nvPr/>
        </p:nvSpPr>
        <p:spPr>
          <a:xfrm>
            <a:off x="2385695" y="3678555"/>
            <a:ext cx="7466330" cy="1402080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p>
            <a:pPr algn="ctr"/>
            <a:r>
              <a:rPr lang="zh-CN" altLang="en-US" sz="7200" b="1" spc="40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请输入您的标题</a:t>
            </a:r>
            <a:endParaRPr lang="zh-CN" altLang="en-US" sz="7200" b="1" spc="400">
              <a:solidFill>
                <a:schemeClr val="accent1">
                  <a:lumMod val="7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/>
      <p:pic>
        <p:nvPicPr>
          <p:cNvPr id="2097158" name="图片 2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rcRect r="908" b="12869"/>
          <a:stretch>
            <a:fillRect/>
          </a:stretch>
        </p:blipFill>
        <p:spPr>
          <a:xfrm flipH="1">
            <a:off x="635" y="-635"/>
            <a:ext cx="12191365" cy="6858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048611" name="文本框 4"/>
          <p:cNvSpPr txBox="1"/>
          <p:nvPr>
            <p:custDataLst>
              <p:tags r:id="rId2"/>
            </p:custDataLst>
          </p:nvPr>
        </p:nvSpPr>
        <p:spPr>
          <a:xfrm>
            <a:off x="981710" y="835025"/>
            <a:ext cx="95504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一、</a:t>
            </a:r>
            <a:endParaRPr lang="zh-CN" altLang="en-US" sz="32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59" name="图片 7" descr="院徽+院名（蓝色镂空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6365"/>
            <a:ext cx="3433445" cy="1471930"/>
          </a:xfrm>
          <a:prstGeom prst="rect">
            <a:avLst/>
          </a:prstGeom>
        </p:spPr>
      </p:pic>
      <p:sp>
        <p:nvSpPr>
          <p:cNvPr id="1048612" name="矩形 1"/>
          <p:cNvSpPr/>
          <p:nvPr/>
        </p:nvSpPr>
        <p:spPr>
          <a:xfrm>
            <a:off x="3773170" y="626110"/>
            <a:ext cx="4953635" cy="58864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40000"/>
              </a:lnSpc>
            </a:pPr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一、请添加您的标题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  <p:sp>
        <p:nvSpPr>
          <p:cNvPr id="1048614" name="五边形 11"/>
          <p:cNvSpPr/>
          <p:nvPr>
            <p:custDataLst>
              <p:tags r:id="rId4"/>
            </p:custDataLst>
          </p:nvPr>
        </p:nvSpPr>
        <p:spPr>
          <a:xfrm>
            <a:off x="5900420" y="3422650"/>
            <a:ext cx="698500" cy="37084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15" name="矩形 5"/>
          <p:cNvSpPr/>
          <p:nvPr/>
        </p:nvSpPr>
        <p:spPr>
          <a:xfrm>
            <a:off x="981710" y="1825625"/>
            <a:ext cx="4919345" cy="4229100"/>
          </a:xfrm>
          <a:prstGeom prst="rect">
            <a:avLst/>
          </a:prstGeom>
          <a:solidFill>
            <a:srgbClr val="1D2871">
              <a:alpha val="88000"/>
            </a:srgbClr>
          </a:solidFill>
          <a:ln>
            <a:noFill/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16" name="文本框 9"/>
          <p:cNvSpPr txBox="1"/>
          <p:nvPr/>
        </p:nvSpPr>
        <p:spPr>
          <a:xfrm>
            <a:off x="1281430" y="2174240"/>
            <a:ext cx="4319905" cy="353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7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请添加您的标题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>
              <a:lnSpc>
                <a:spcPct val="170000"/>
              </a:lnSpc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>
              <a:lnSpc>
                <a:spcPct val="170000"/>
              </a:lnSpc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>
              <a:lnSpc>
                <a:spcPct val="170000"/>
              </a:lnSpc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buFont typeface="Wingdings" panose="05000000000000000000" charset="0"/>
              <a:buChar char="u"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17" name="五边形 10"/>
          <p:cNvSpPr/>
          <p:nvPr>
            <p:custDataLst>
              <p:tags r:id="rId5"/>
            </p:custDataLst>
          </p:nvPr>
        </p:nvSpPr>
        <p:spPr>
          <a:xfrm>
            <a:off x="5900420" y="2128520"/>
            <a:ext cx="716915" cy="38608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18" name="五边形 12"/>
          <p:cNvSpPr/>
          <p:nvPr>
            <p:custDataLst>
              <p:tags r:id="rId6"/>
            </p:custDataLst>
          </p:nvPr>
        </p:nvSpPr>
        <p:spPr>
          <a:xfrm>
            <a:off x="5901055" y="4698365"/>
            <a:ext cx="716280" cy="382905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19" name="文本框 13"/>
          <p:cNvSpPr txBox="1"/>
          <p:nvPr>
            <p:custDataLst>
              <p:tags r:id="rId7"/>
            </p:custDataLst>
          </p:nvPr>
        </p:nvSpPr>
        <p:spPr>
          <a:xfrm>
            <a:off x="6617335" y="2115820"/>
            <a:ext cx="2445385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请添加您的标题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20" name="文本框 14"/>
          <p:cNvSpPr txBox="1"/>
          <p:nvPr>
            <p:custDataLst>
              <p:tags r:id="rId8"/>
            </p:custDataLst>
          </p:nvPr>
        </p:nvSpPr>
        <p:spPr>
          <a:xfrm>
            <a:off x="6617335" y="3418205"/>
            <a:ext cx="2445385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请添加您的标题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21" name="文本框 15"/>
          <p:cNvSpPr txBox="1"/>
          <p:nvPr>
            <p:custDataLst>
              <p:tags r:id="rId9"/>
            </p:custDataLst>
          </p:nvPr>
        </p:nvSpPr>
        <p:spPr>
          <a:xfrm>
            <a:off x="6598920" y="4701540"/>
            <a:ext cx="2445385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请添加您的标题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22" name="文本框 16"/>
          <p:cNvSpPr txBox="1"/>
          <p:nvPr>
            <p:custDataLst>
              <p:tags r:id="rId10"/>
            </p:custDataLst>
          </p:nvPr>
        </p:nvSpPr>
        <p:spPr>
          <a:xfrm>
            <a:off x="6617335" y="2407285"/>
            <a:ext cx="4163060" cy="691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23" name="文本框 17"/>
          <p:cNvSpPr txBox="1"/>
          <p:nvPr>
            <p:custDataLst>
              <p:tags r:id="rId11"/>
            </p:custDataLst>
          </p:nvPr>
        </p:nvSpPr>
        <p:spPr>
          <a:xfrm>
            <a:off x="6617335" y="3728085"/>
            <a:ext cx="416306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24" name="文本框 18"/>
          <p:cNvSpPr txBox="1"/>
          <p:nvPr>
            <p:custDataLst>
              <p:tags r:id="rId12"/>
            </p:custDataLst>
          </p:nvPr>
        </p:nvSpPr>
        <p:spPr>
          <a:xfrm>
            <a:off x="6617335" y="5031105"/>
            <a:ext cx="416306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/>
      <p:pic>
        <p:nvPicPr>
          <p:cNvPr id="2097158" name="图片 2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rcRect r="908" b="12869"/>
          <a:stretch>
            <a:fillRect/>
          </a:stretch>
        </p:blipFill>
        <p:spPr>
          <a:xfrm flipH="1">
            <a:off x="635" y="-635"/>
            <a:ext cx="12191365" cy="6858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048611" name="文本框 4"/>
          <p:cNvSpPr txBox="1"/>
          <p:nvPr>
            <p:custDataLst>
              <p:tags r:id="rId2"/>
            </p:custDataLst>
          </p:nvPr>
        </p:nvSpPr>
        <p:spPr>
          <a:xfrm>
            <a:off x="981710" y="835025"/>
            <a:ext cx="95504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一、</a:t>
            </a:r>
            <a:endParaRPr lang="zh-CN" altLang="en-US" sz="32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59" name="图片 7" descr="院徽+院名（蓝色镂空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6365"/>
            <a:ext cx="3433445" cy="1471930"/>
          </a:xfrm>
          <a:prstGeom prst="rect">
            <a:avLst/>
          </a:prstGeom>
        </p:spPr>
      </p:pic>
      <p:sp>
        <p:nvSpPr>
          <p:cNvPr id="1048613" name="文本框 3"/>
          <p:cNvSpPr txBox="1"/>
          <p:nvPr/>
        </p:nvSpPr>
        <p:spPr>
          <a:xfrm>
            <a:off x="4286885" y="692785"/>
            <a:ext cx="392620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二、请添加您的标题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59" name="任意多边形 7"/>
          <p:cNvSpPr/>
          <p:nvPr>
            <p:custDataLst>
              <p:tags r:id="rId4"/>
            </p:custDataLst>
          </p:nvPr>
        </p:nvSpPr>
        <p:spPr bwMode="auto">
          <a:xfrm>
            <a:off x="659046" y="2015729"/>
            <a:ext cx="2408037" cy="3598914"/>
          </a:xfrm>
          <a:custGeom>
            <a:avLst/>
            <a:gdLst>
              <a:gd name="connsiteX0" fmla="*/ 0 w 3978"/>
              <a:gd name="connsiteY0" fmla="*/ 67 h 6067"/>
              <a:gd name="connsiteX1" fmla="*/ 0 w 3978"/>
              <a:gd name="connsiteY1" fmla="*/ 6067 h 6067"/>
              <a:gd name="connsiteX2" fmla="*/ 3933 w 3978"/>
              <a:gd name="connsiteY2" fmla="*/ 5689 h 6067"/>
              <a:gd name="connsiteX3" fmla="*/ 3978 w 3978"/>
              <a:gd name="connsiteY3" fmla="*/ 444 h 6067"/>
              <a:gd name="connsiteX4" fmla="*/ 44 w 3978"/>
              <a:gd name="connsiteY4" fmla="*/ 0 h 6067"/>
              <a:gd name="connsiteX5" fmla="*/ 0 w 3978"/>
              <a:gd name="connsiteY5" fmla="*/ 67 h 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8" h="6067">
                <a:moveTo>
                  <a:pt x="0" y="67"/>
                </a:moveTo>
                <a:lnTo>
                  <a:pt x="0" y="6067"/>
                </a:lnTo>
                <a:lnTo>
                  <a:pt x="3933" y="5689"/>
                </a:lnTo>
                <a:lnTo>
                  <a:pt x="3978" y="444"/>
                </a:lnTo>
                <a:lnTo>
                  <a:pt x="44" y="0"/>
                </a:lnTo>
                <a:lnTo>
                  <a:pt x="0" y="67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>
              <a:gsLst>
                <a:gs pos="89000">
                  <a:srgbClr val="FFFFFF">
                    <a:alpha val="0"/>
                  </a:srgbClr>
                </a:gs>
                <a:gs pos="0">
                  <a:schemeClr val="accent1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5"/>
            </p:custDataLst>
          </p:nvPr>
        </p:nvSpPr>
        <p:spPr bwMode="auto">
          <a:xfrm>
            <a:off x="3457526" y="2305801"/>
            <a:ext cx="2461912" cy="3031820"/>
          </a:xfrm>
          <a:prstGeom prst="rect">
            <a:avLst/>
          </a:prstGeom>
          <a:gradFill>
            <a:gsLst>
              <a:gs pos="0">
                <a:schemeClr val="accent1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>
              <a:gsLst>
                <a:gs pos="89000">
                  <a:srgbClr val="FFFFFF">
                    <a:alpha val="0"/>
                  </a:srgbClr>
                </a:gs>
                <a:gs pos="0">
                  <a:schemeClr val="accent1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70" name="矩形 69"/>
          <p:cNvSpPr/>
          <p:nvPr>
            <p:custDataLst>
              <p:tags r:id="rId6"/>
            </p:custDataLst>
          </p:nvPr>
        </p:nvSpPr>
        <p:spPr bwMode="auto">
          <a:xfrm>
            <a:off x="6494810" y="2305801"/>
            <a:ext cx="2461912" cy="3031820"/>
          </a:xfrm>
          <a:prstGeom prst="rect">
            <a:avLst/>
          </a:prstGeom>
          <a:gradFill>
            <a:gsLst>
              <a:gs pos="0">
                <a:schemeClr val="accent1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>
              <a:gsLst>
                <a:gs pos="89000">
                  <a:srgbClr val="FFFFFF">
                    <a:alpha val="0"/>
                  </a:srgbClr>
                </a:gs>
                <a:gs pos="0">
                  <a:schemeClr val="accent1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72" name="任意多边形 12"/>
          <p:cNvSpPr/>
          <p:nvPr>
            <p:custDataLst>
              <p:tags r:id="rId7"/>
            </p:custDataLst>
          </p:nvPr>
        </p:nvSpPr>
        <p:spPr bwMode="auto">
          <a:xfrm flipH="1">
            <a:off x="9142730" y="1998345"/>
            <a:ext cx="2551430" cy="3599180"/>
          </a:xfrm>
          <a:custGeom>
            <a:avLst/>
            <a:gdLst>
              <a:gd name="connsiteX0" fmla="*/ 0 w 3978"/>
              <a:gd name="connsiteY0" fmla="*/ 67 h 6067"/>
              <a:gd name="connsiteX1" fmla="*/ 0 w 3978"/>
              <a:gd name="connsiteY1" fmla="*/ 6067 h 6067"/>
              <a:gd name="connsiteX2" fmla="*/ 3933 w 3978"/>
              <a:gd name="connsiteY2" fmla="*/ 5689 h 6067"/>
              <a:gd name="connsiteX3" fmla="*/ 3978 w 3978"/>
              <a:gd name="connsiteY3" fmla="*/ 444 h 6067"/>
              <a:gd name="connsiteX4" fmla="*/ 44 w 3978"/>
              <a:gd name="connsiteY4" fmla="*/ 0 h 6067"/>
              <a:gd name="connsiteX5" fmla="*/ 0 w 3978"/>
              <a:gd name="connsiteY5" fmla="*/ 67 h 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8" h="6067">
                <a:moveTo>
                  <a:pt x="0" y="67"/>
                </a:moveTo>
                <a:lnTo>
                  <a:pt x="0" y="6067"/>
                </a:lnTo>
                <a:lnTo>
                  <a:pt x="3933" y="5689"/>
                </a:lnTo>
                <a:lnTo>
                  <a:pt x="3978" y="444"/>
                </a:lnTo>
                <a:lnTo>
                  <a:pt x="44" y="0"/>
                </a:lnTo>
                <a:lnTo>
                  <a:pt x="0" y="67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>
              <a:gsLst>
                <a:gs pos="89000">
                  <a:srgbClr val="FFFFFF">
                    <a:alpha val="0"/>
                  </a:srgbClr>
                </a:gs>
                <a:gs pos="0">
                  <a:schemeClr val="accent1"/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31011"/>
              </a:solidFill>
              <a:effectLst/>
              <a:highlight>
                <a:srgbClr val="931011"/>
              </a:highlight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61" name="文本框 60"/>
          <p:cNvSpPr txBox="1"/>
          <p:nvPr>
            <p:custDataLst>
              <p:tags r:id="rId8"/>
            </p:custDataLst>
          </p:nvPr>
        </p:nvSpPr>
        <p:spPr>
          <a:xfrm rot="350017">
            <a:off x="1206426" y="1635422"/>
            <a:ext cx="145923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思源黑体 CN Normal" panose="020B0400000000000000" pitchFamily="34" charset="-122"/>
              </a:rPr>
              <a:t>请添加</a:t>
            </a:r>
            <a:r>
              <a:rPr kumimoji="0" lang="zh-CN" altLang="en-US" sz="2000" b="1" i="0" u="none" strike="noStrike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思源黑体 CN Normal" panose="020B0400000000000000" pitchFamily="34" charset="-122"/>
              </a:rPr>
              <a:t>内容</a:t>
            </a:r>
            <a:endParaRPr kumimoji="0" lang="zh-CN" altLang="en-US" sz="2000" b="1" i="0" u="none" strike="noStrike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思源黑体 CN Normal" panose="020B0400000000000000" pitchFamily="3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9"/>
            </p:custDataLst>
          </p:nvPr>
        </p:nvSpPr>
        <p:spPr>
          <a:xfrm>
            <a:off x="3992188" y="1786425"/>
            <a:ext cx="145923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思源黑体 CN Normal" panose="020B0400000000000000" pitchFamily="34" charset="-122"/>
                <a:sym typeface="+mn-ea"/>
              </a:rPr>
              <a:t>请添加内容</a:t>
            </a:r>
            <a:endParaRPr kumimoji="0" lang="zh-CN" altLang="en-US" sz="2000" b="1" i="0" u="none" strike="noStrike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思源黑体 CN Normal" panose="020B04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思源黑体 CN Normal" panose="020B0400000000000000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0"/>
            </p:custDataLst>
          </p:nvPr>
        </p:nvSpPr>
        <p:spPr>
          <a:xfrm>
            <a:off x="6818693" y="1781987"/>
            <a:ext cx="145923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宋体 CN Heavy" panose="02020900000000000000" charset="-122"/>
                <a:ea typeface="思源宋体 CN Heavy" panose="02020900000000000000" charset="-122"/>
                <a:cs typeface="思源黑体 CN Normal" panose="020B0400000000000000" pitchFamily="34" charset="-122"/>
              </a:rPr>
              <a:t>请添加内容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  <a:cs typeface="思源黑体 CN Normal" panose="020B0400000000000000" pitchFamily="3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1"/>
            </p:custDataLst>
          </p:nvPr>
        </p:nvSpPr>
        <p:spPr>
          <a:xfrm rot="21181218">
            <a:off x="9634949" y="1604350"/>
            <a:ext cx="145923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宋体 CN Heavy" panose="02020900000000000000" charset="-122"/>
                <a:ea typeface="思源宋体 CN Heavy" panose="02020900000000000000" charset="-122"/>
                <a:cs typeface="思源黑体 CN Normal" panose="020B0400000000000000" pitchFamily="34" charset="-122"/>
              </a:rPr>
              <a:t>请添加内容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  <a:cs typeface="思源黑体 CN Normal" panose="020B0400000000000000" pitchFamily="34" charset="-122"/>
            </a:endParaRPr>
          </a:p>
        </p:txBody>
      </p:sp>
      <p:sp>
        <p:nvSpPr>
          <p:cNvPr id="6" name="任意多边形 24"/>
          <p:cNvSpPr/>
          <p:nvPr>
            <p:custDataLst>
              <p:tags r:id="rId12"/>
            </p:custDataLst>
          </p:nvPr>
        </p:nvSpPr>
        <p:spPr>
          <a:xfrm>
            <a:off x="940597" y="2182106"/>
            <a:ext cx="2408037" cy="3598914"/>
          </a:xfrm>
          <a:custGeom>
            <a:avLst/>
            <a:gdLst>
              <a:gd name="connsiteX0" fmla="*/ 0 w 3978"/>
              <a:gd name="connsiteY0" fmla="*/ 67 h 6067"/>
              <a:gd name="connsiteX1" fmla="*/ 0 w 3978"/>
              <a:gd name="connsiteY1" fmla="*/ 6067 h 6067"/>
              <a:gd name="connsiteX2" fmla="*/ 3933 w 3978"/>
              <a:gd name="connsiteY2" fmla="*/ 5689 h 6067"/>
              <a:gd name="connsiteX3" fmla="*/ 3978 w 3978"/>
              <a:gd name="connsiteY3" fmla="*/ 444 h 6067"/>
              <a:gd name="connsiteX4" fmla="*/ 44 w 3978"/>
              <a:gd name="connsiteY4" fmla="*/ 0 h 6067"/>
              <a:gd name="connsiteX5" fmla="*/ 0 w 3978"/>
              <a:gd name="connsiteY5" fmla="*/ 67 h 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8" h="6067">
                <a:moveTo>
                  <a:pt x="0" y="67"/>
                </a:moveTo>
                <a:lnTo>
                  <a:pt x="0" y="6067"/>
                </a:lnTo>
                <a:lnTo>
                  <a:pt x="3933" y="5689"/>
                </a:lnTo>
                <a:lnTo>
                  <a:pt x="3978" y="444"/>
                </a:lnTo>
                <a:lnTo>
                  <a:pt x="44" y="0"/>
                </a:lnTo>
                <a:lnTo>
                  <a:pt x="0" y="6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5875" cap="flat" cmpd="sng" algn="ctr">
            <a:gradFill>
              <a:gsLst>
                <a:gs pos="0">
                  <a:srgbClr val="FFDEA3"/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思源黑体 CN Normal" panose="020B0400000000000000" pitchFamily="34" charset="-122"/>
                <a:sym typeface="+mn-ea"/>
              </a:rPr>
              <a:t>此处可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思源黑体 CN Normal" panose="020B0400000000000000" pitchFamily="34" charset="-122"/>
                <a:sym typeface="+mn-ea"/>
              </a:rPr>
              <a:t>填充图片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3552565" y="2363597"/>
            <a:ext cx="2435883" cy="29530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 cap="flat" cmpd="sng" algn="ctr">
            <a:gradFill>
              <a:gsLst>
                <a:gs pos="0">
                  <a:srgbClr val="FFDEA3"/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思源黑体 CN Normal" panose="020B0400000000000000" pitchFamily="34" charset="-122"/>
                <a:sym typeface="+mn-ea"/>
              </a:rPr>
              <a:t>此处可填充图片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4"/>
            </p:custDataLst>
          </p:nvPr>
        </p:nvSpPr>
        <p:spPr>
          <a:xfrm>
            <a:off x="6303010" y="2363470"/>
            <a:ext cx="2455545" cy="2952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 cap="flat" cmpd="sng" algn="ctr">
            <a:gradFill>
              <a:gsLst>
                <a:gs pos="0">
                  <a:srgbClr val="FFDEA3"/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思源黑体 CN Normal" panose="020B0400000000000000" pitchFamily="34" charset="-122"/>
                <a:sym typeface="+mn-ea"/>
              </a:rPr>
              <a:t>此处可填充图片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10" name="任意多边形 26"/>
          <p:cNvSpPr/>
          <p:nvPr>
            <p:custDataLst>
              <p:tags r:id="rId15"/>
            </p:custDataLst>
          </p:nvPr>
        </p:nvSpPr>
        <p:spPr>
          <a:xfrm flipH="1">
            <a:off x="9023985" y="2107565"/>
            <a:ext cx="2407920" cy="3673475"/>
          </a:xfrm>
          <a:custGeom>
            <a:avLst/>
            <a:gdLst>
              <a:gd name="connsiteX0" fmla="*/ 0 w 3978"/>
              <a:gd name="connsiteY0" fmla="*/ 67 h 6067"/>
              <a:gd name="connsiteX1" fmla="*/ 0 w 3978"/>
              <a:gd name="connsiteY1" fmla="*/ 6067 h 6067"/>
              <a:gd name="connsiteX2" fmla="*/ 3933 w 3978"/>
              <a:gd name="connsiteY2" fmla="*/ 5689 h 6067"/>
              <a:gd name="connsiteX3" fmla="*/ 3978 w 3978"/>
              <a:gd name="connsiteY3" fmla="*/ 444 h 6067"/>
              <a:gd name="connsiteX4" fmla="*/ 44 w 3978"/>
              <a:gd name="connsiteY4" fmla="*/ 0 h 6067"/>
              <a:gd name="connsiteX5" fmla="*/ 0 w 3978"/>
              <a:gd name="connsiteY5" fmla="*/ 67 h 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78" h="6067">
                <a:moveTo>
                  <a:pt x="0" y="67"/>
                </a:moveTo>
                <a:lnTo>
                  <a:pt x="0" y="6067"/>
                </a:lnTo>
                <a:lnTo>
                  <a:pt x="3933" y="5689"/>
                </a:lnTo>
                <a:lnTo>
                  <a:pt x="3978" y="444"/>
                </a:lnTo>
                <a:lnTo>
                  <a:pt x="44" y="0"/>
                </a:lnTo>
                <a:lnTo>
                  <a:pt x="0" y="6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5875" cap="flat" cmpd="sng" algn="ctr">
            <a:gradFill>
              <a:gsLst>
                <a:gs pos="0">
                  <a:srgbClr val="FFDEA3"/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思源黑体 CN Normal" panose="020B0400000000000000" pitchFamily="34" charset="-122"/>
                <a:sym typeface="+mn-ea"/>
              </a:rPr>
              <a:t>此处可填充图片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  <a:sym typeface="+mn-ea"/>
            </a:endParaRPr>
          </a:p>
        </p:txBody>
      </p:sp>
      <p:sp>
        <p:nvSpPr>
          <p:cNvPr id="12" name="矩形 1"/>
          <p:cNvSpPr/>
          <p:nvPr/>
        </p:nvSpPr>
        <p:spPr>
          <a:xfrm>
            <a:off x="3773170" y="626110"/>
            <a:ext cx="4953635" cy="58864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40000"/>
              </a:lnSpc>
            </a:pPr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二、请添加您的标题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/>
      <p:pic>
        <p:nvPicPr>
          <p:cNvPr id="17" name="图片 2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rcRect r="908" b="12869"/>
          <a:stretch>
            <a:fillRect/>
          </a:stretch>
        </p:blipFill>
        <p:spPr>
          <a:xfrm flipH="1">
            <a:off x="635" y="-635"/>
            <a:ext cx="12191365" cy="6858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048611" name="文本框 4"/>
          <p:cNvSpPr txBox="1"/>
          <p:nvPr>
            <p:custDataLst>
              <p:tags r:id="rId2"/>
            </p:custDataLst>
          </p:nvPr>
        </p:nvSpPr>
        <p:spPr>
          <a:xfrm>
            <a:off x="981710" y="835025"/>
            <a:ext cx="95504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一、</a:t>
            </a:r>
            <a:endParaRPr lang="zh-CN" altLang="en-US" sz="32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59" name="图片 7" descr="院徽+院名（蓝色镂空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6365"/>
            <a:ext cx="3433445" cy="147193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3610" y="1862455"/>
            <a:ext cx="575564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/>
          <p:cNvPicPr/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8615" y="1724025"/>
            <a:ext cx="5082540" cy="4293870"/>
          </a:xfrm>
          <a:prstGeom prst="rect">
            <a:avLst/>
          </a:prstGeom>
          <a:ln>
            <a:noFill/>
          </a:ln>
        </p:spPr>
      </p:pic>
      <p:pic>
        <p:nvPicPr>
          <p:cNvPr id="12" name="图片 11"/>
          <p:cNvPicPr/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57280" y="5506085"/>
            <a:ext cx="523875" cy="51244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8615" y="1724025"/>
            <a:ext cx="523875" cy="51244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17625" y="2014855"/>
            <a:ext cx="5007610" cy="2940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56120" y="2185670"/>
            <a:ext cx="4292600" cy="2940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在此处黏贴图片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矩形 1"/>
          <p:cNvSpPr/>
          <p:nvPr/>
        </p:nvSpPr>
        <p:spPr>
          <a:xfrm>
            <a:off x="3773170" y="626110"/>
            <a:ext cx="4953635" cy="58864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40000"/>
              </a:lnSpc>
            </a:pPr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三、请添加您的标题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/>
      <p:pic>
        <p:nvPicPr>
          <p:cNvPr id="2097165" name="图片 2"/>
          <p:cNvPicPr>
            <a:picLocks noChangeAspect="1"/>
          </p:cNvPicPr>
          <p:nvPr/>
        </p:nvPicPr>
        <p:blipFill>
          <a:blip r:embed="rId1">
            <a:alphaModFix amt="32000"/>
            <a:lum bright="70000" contrast="-70000"/>
          </a:blip>
          <a:srcRect r="908" b="12869"/>
          <a:stretch>
            <a:fillRect/>
          </a:stretch>
        </p:blipFill>
        <p:spPr>
          <a:xfrm flipH="1">
            <a:off x="0" y="-635"/>
            <a:ext cx="12191365" cy="6858635"/>
          </a:xfrm>
          <a:prstGeom prst="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</p:spPr>
      </p:pic>
      <p:sp>
        <p:nvSpPr>
          <p:cNvPr id="1048611" name="文本框 4"/>
          <p:cNvSpPr txBox="1"/>
          <p:nvPr>
            <p:custDataLst>
              <p:tags r:id="rId2"/>
            </p:custDataLst>
          </p:nvPr>
        </p:nvSpPr>
        <p:spPr>
          <a:xfrm>
            <a:off x="981710" y="835025"/>
            <a:ext cx="95504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一、</a:t>
            </a:r>
            <a:endParaRPr lang="zh-CN" altLang="en-US" sz="32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59" name="图片 7" descr="院徽+院名（蓝色镂空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6365"/>
            <a:ext cx="3433445" cy="1471930"/>
          </a:xfrm>
          <a:prstGeom prst="rect">
            <a:avLst/>
          </a:prstGeom>
        </p:spPr>
      </p:pic>
      <p:sp>
        <p:nvSpPr>
          <p:cNvPr id="1048613" name="文本框 3"/>
          <p:cNvSpPr txBox="1"/>
          <p:nvPr>
            <p:custDataLst>
              <p:tags r:id="rId4"/>
            </p:custDataLst>
          </p:nvPr>
        </p:nvSpPr>
        <p:spPr>
          <a:xfrm>
            <a:off x="4496435" y="690245"/>
            <a:ext cx="392620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四、请添加您的标题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728980" y="1459865"/>
            <a:ext cx="4693920" cy="290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可</a:t>
            </a:r>
            <a:r>
              <a:rPr lang="zh-CN" altLang="en-US"/>
              <a:t>在此插入图片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6588125" y="1459865"/>
            <a:ext cx="4693920" cy="290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可</a:t>
            </a:r>
            <a:r>
              <a:rPr lang="zh-CN" altLang="en-US"/>
              <a:t>在此插入图片</a:t>
            </a:r>
            <a:endParaRPr lang="zh-CN" altLang="en-US"/>
          </a:p>
        </p:txBody>
      </p:sp>
      <p:cxnSp>
        <p:nvCxnSpPr>
          <p:cNvPr id="7" name="直接连接符 6"/>
          <p:cNvCxnSpPr/>
          <p:nvPr>
            <p:custDataLst>
              <p:tags r:id="rId7"/>
            </p:custDataLst>
          </p:nvPr>
        </p:nvCxnSpPr>
        <p:spPr>
          <a:xfrm>
            <a:off x="728980" y="5045710"/>
            <a:ext cx="1997075" cy="15240"/>
          </a:xfrm>
          <a:prstGeom prst="line">
            <a:avLst/>
          </a:prstGeom>
          <a:ln w="31750" cap="rnd">
            <a:solidFill>
              <a:srgbClr val="1D287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28980" y="4492625"/>
            <a:ext cx="2457450" cy="46037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solidFill>
                  <a:srgbClr val="1D287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在此添加标题</a:t>
            </a:r>
            <a:endParaRPr lang="zh-CN" altLang="en-US" sz="2400">
              <a:solidFill>
                <a:srgbClr val="1D287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22885" y="5080000"/>
            <a:ext cx="5871210" cy="173799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marL="457200" lvl="1" indent="0" algn="l" fontAlgn="auto">
              <a:lnSpc>
                <a:spcPct val="180000"/>
              </a:lnSpc>
            </a:pPr>
            <a:r>
              <a:rPr lang="zh-CN" altLang="en-US" sz="1600">
                <a:solidFill>
                  <a:srgbClr val="1D287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在此处输入文本内容，或者通过复制文本后，在此框中选择粘贴。在此处输入文本内容，或者通过复制文本后，在此框中选择粘贴。</a:t>
            </a:r>
            <a:endParaRPr lang="zh-CN" altLang="en-US" sz="1600">
              <a:solidFill>
                <a:srgbClr val="1D287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lvl="1" indent="0" algn="l" fontAlgn="auto">
              <a:lnSpc>
                <a:spcPct val="180000"/>
              </a:lnSpc>
            </a:pPr>
            <a:endParaRPr lang="zh-CN" altLang="en-US" sz="1600">
              <a:solidFill>
                <a:srgbClr val="1D287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588125" y="4479925"/>
            <a:ext cx="2457450" cy="46037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solidFill>
                  <a:srgbClr val="1D287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在此添加标题</a:t>
            </a:r>
            <a:endParaRPr lang="zh-CN" altLang="en-US" sz="2400">
              <a:solidFill>
                <a:srgbClr val="1D287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6094095" y="5080000"/>
            <a:ext cx="5871210" cy="173799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marL="457200" lvl="1" indent="0" algn="l" fontAlgn="auto">
              <a:lnSpc>
                <a:spcPct val="180000"/>
              </a:lnSpc>
            </a:pPr>
            <a:r>
              <a:rPr lang="zh-CN" altLang="en-US" sz="1600">
                <a:solidFill>
                  <a:srgbClr val="1D287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在此处输入文本内容，或者通过复制文本后，在此框中选择粘贴。在此处输入文本内容，或者通过复制文本后，在此框中选择粘贴。</a:t>
            </a:r>
            <a:endParaRPr lang="zh-CN" altLang="en-US" sz="1600">
              <a:solidFill>
                <a:srgbClr val="1D287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lvl="1" indent="0" algn="l" fontAlgn="auto">
              <a:lnSpc>
                <a:spcPct val="180000"/>
              </a:lnSpc>
            </a:pPr>
            <a:endParaRPr lang="zh-CN" altLang="en-US" sz="1600">
              <a:solidFill>
                <a:srgbClr val="1D287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>
            <a:off x="6588125" y="5046345"/>
            <a:ext cx="1997075" cy="15240"/>
          </a:xfrm>
          <a:prstGeom prst="line">
            <a:avLst/>
          </a:prstGeom>
          <a:ln w="31750" cap="rnd">
            <a:solidFill>
              <a:srgbClr val="1D287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"/>
          <p:cNvSpPr/>
          <p:nvPr/>
        </p:nvSpPr>
        <p:spPr>
          <a:xfrm>
            <a:off x="3773170" y="626110"/>
            <a:ext cx="4953635" cy="58864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40000"/>
              </a:lnSpc>
            </a:pPr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四、请添加您的标题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/>
      <p:pic>
        <p:nvPicPr>
          <p:cNvPr id="2097160" name="图片 2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rcRect r="908" b="12869"/>
          <a:stretch>
            <a:fillRect/>
          </a:stretch>
        </p:blipFill>
        <p:spPr>
          <a:xfrm flipH="1">
            <a:off x="0" y="-317"/>
            <a:ext cx="12191365" cy="6858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8" name="圆角矩形 8"/>
          <p:cNvSpPr/>
          <p:nvPr>
            <p:custDataLst>
              <p:tags r:id="rId2"/>
            </p:custDataLst>
          </p:nvPr>
        </p:nvSpPr>
        <p:spPr>
          <a:xfrm>
            <a:off x="8150860" y="1855470"/>
            <a:ext cx="3656330" cy="4667250"/>
          </a:xfrm>
          <a:prstGeom prst="roundRect">
            <a:avLst/>
          </a:prstGeom>
          <a:solidFill>
            <a:srgbClr val="1D2871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25" name="文本框 4"/>
          <p:cNvSpPr txBox="1"/>
          <p:nvPr>
            <p:custDataLst>
              <p:tags r:id="rId3"/>
            </p:custDataLst>
          </p:nvPr>
        </p:nvSpPr>
        <p:spPr>
          <a:xfrm>
            <a:off x="981710" y="835025"/>
            <a:ext cx="95504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一、</a:t>
            </a:r>
            <a:endParaRPr lang="zh-CN" altLang="en-US" sz="32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61" name="图片 7" descr="院徽+院名（蓝色镂空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05" y="-126365"/>
            <a:ext cx="3433445" cy="1471930"/>
          </a:xfrm>
          <a:prstGeom prst="rect">
            <a:avLst/>
          </a:prstGeom>
        </p:spPr>
      </p:pic>
      <p:sp>
        <p:nvSpPr>
          <p:cNvPr id="1048627" name="文本框 3"/>
          <p:cNvSpPr txBox="1"/>
          <p:nvPr/>
        </p:nvSpPr>
        <p:spPr>
          <a:xfrm>
            <a:off x="4496435" y="690245"/>
            <a:ext cx="392620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五、请添加您的标题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30" name="圆角矩形 8"/>
          <p:cNvSpPr/>
          <p:nvPr>
            <p:custDataLst>
              <p:tags r:id="rId5"/>
            </p:custDataLst>
          </p:nvPr>
        </p:nvSpPr>
        <p:spPr>
          <a:xfrm>
            <a:off x="4267200" y="1855470"/>
            <a:ext cx="3656330" cy="4667250"/>
          </a:xfrm>
          <a:prstGeom prst="roundRect">
            <a:avLst/>
          </a:prstGeom>
          <a:solidFill>
            <a:srgbClr val="1D2871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32" name="椭圆 10"/>
          <p:cNvSpPr/>
          <p:nvPr>
            <p:custDataLst>
              <p:tags r:id="rId6"/>
            </p:custDataLst>
          </p:nvPr>
        </p:nvSpPr>
        <p:spPr>
          <a:xfrm>
            <a:off x="5658485" y="1459865"/>
            <a:ext cx="873125" cy="8362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8"/>
          <p:cNvSpPr/>
          <p:nvPr>
            <p:custDataLst>
              <p:tags r:id="rId7"/>
            </p:custDataLst>
          </p:nvPr>
        </p:nvSpPr>
        <p:spPr>
          <a:xfrm>
            <a:off x="383540" y="1855470"/>
            <a:ext cx="3656330" cy="4667250"/>
          </a:xfrm>
          <a:prstGeom prst="roundRect">
            <a:avLst/>
          </a:prstGeom>
          <a:solidFill>
            <a:srgbClr val="1D2871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34" name="文本框 13"/>
          <p:cNvSpPr txBox="1"/>
          <p:nvPr>
            <p:custDataLst>
              <p:tags r:id="rId8"/>
            </p:custDataLst>
          </p:nvPr>
        </p:nvSpPr>
        <p:spPr>
          <a:xfrm>
            <a:off x="819150" y="2637155"/>
            <a:ext cx="2052955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请添加您的标题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35" name="文本框 16"/>
          <p:cNvSpPr txBox="1"/>
          <p:nvPr>
            <p:custDataLst>
              <p:tags r:id="rId9"/>
            </p:custDataLst>
          </p:nvPr>
        </p:nvSpPr>
        <p:spPr>
          <a:xfrm>
            <a:off x="809625" y="3079115"/>
            <a:ext cx="2796540" cy="2439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36" name="文本框 12"/>
          <p:cNvSpPr txBox="1"/>
          <p:nvPr>
            <p:custDataLst>
              <p:tags r:id="rId10"/>
            </p:custDataLst>
          </p:nvPr>
        </p:nvSpPr>
        <p:spPr>
          <a:xfrm>
            <a:off x="4697095" y="2680335"/>
            <a:ext cx="23393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请添加您的标题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97162" name="图片 18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33110" y="1597660"/>
            <a:ext cx="524510" cy="561975"/>
          </a:xfrm>
          <a:prstGeom prst="rect">
            <a:avLst/>
          </a:prstGeom>
        </p:spPr>
      </p:pic>
      <p:sp>
        <p:nvSpPr>
          <p:cNvPr id="3" name="椭圆 10"/>
          <p:cNvSpPr/>
          <p:nvPr>
            <p:custDataLst>
              <p:tags r:id="rId13"/>
            </p:custDataLst>
          </p:nvPr>
        </p:nvSpPr>
        <p:spPr>
          <a:xfrm>
            <a:off x="1774190" y="1459865"/>
            <a:ext cx="873125" cy="8362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63" name="图片 19"/>
          <p:cNvPicPr/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936750" y="1667510"/>
            <a:ext cx="594360" cy="492125"/>
          </a:xfrm>
          <a:prstGeom prst="rect">
            <a:avLst/>
          </a:prstGeom>
        </p:spPr>
      </p:pic>
      <p:sp>
        <p:nvSpPr>
          <p:cNvPr id="2" name="椭圆 10"/>
          <p:cNvSpPr/>
          <p:nvPr>
            <p:custDataLst>
              <p:tags r:id="rId16"/>
            </p:custDataLst>
          </p:nvPr>
        </p:nvSpPr>
        <p:spPr>
          <a:xfrm>
            <a:off x="9542780" y="1459865"/>
            <a:ext cx="873125" cy="8362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64" name="图片 20"/>
          <p:cNvPicPr/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771697" y="1597184"/>
            <a:ext cx="414655" cy="562292"/>
          </a:xfrm>
          <a:prstGeom prst="rect">
            <a:avLst/>
          </a:prstGeom>
        </p:spPr>
      </p:pic>
      <p:sp>
        <p:nvSpPr>
          <p:cNvPr id="5" name="文本框 12"/>
          <p:cNvSpPr txBox="1"/>
          <p:nvPr>
            <p:custDataLst>
              <p:tags r:id="rId19"/>
            </p:custDataLst>
          </p:nvPr>
        </p:nvSpPr>
        <p:spPr>
          <a:xfrm>
            <a:off x="8584565" y="2680335"/>
            <a:ext cx="23393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请添加您的标题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16"/>
          <p:cNvSpPr txBox="1"/>
          <p:nvPr>
            <p:custDataLst>
              <p:tags r:id="rId20"/>
            </p:custDataLst>
          </p:nvPr>
        </p:nvSpPr>
        <p:spPr>
          <a:xfrm>
            <a:off x="4697095" y="3144520"/>
            <a:ext cx="2796540" cy="2439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16"/>
          <p:cNvSpPr txBox="1"/>
          <p:nvPr>
            <p:custDataLst>
              <p:tags r:id="rId21"/>
            </p:custDataLst>
          </p:nvPr>
        </p:nvSpPr>
        <p:spPr>
          <a:xfrm>
            <a:off x="8584565" y="3144520"/>
            <a:ext cx="2796540" cy="2501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just">
              <a:lnSpc>
                <a:spcPct val="180000"/>
              </a:lnSpc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矩形 1"/>
          <p:cNvSpPr/>
          <p:nvPr/>
        </p:nvSpPr>
        <p:spPr>
          <a:xfrm>
            <a:off x="3773170" y="626110"/>
            <a:ext cx="4953635" cy="58864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40000"/>
              </a:lnSpc>
            </a:pPr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五、请添加您的标题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/>
      <p:pic>
        <p:nvPicPr>
          <p:cNvPr id="2097165" name="图片 2"/>
          <p:cNvPicPr>
            <a:picLocks noChangeAspect="1"/>
          </p:cNvPicPr>
          <p:nvPr/>
        </p:nvPicPr>
        <p:blipFill>
          <a:blip r:embed="rId1">
            <a:alphaModFix amt="32000"/>
            <a:lum bright="70000" contrast="-70000"/>
          </a:blip>
          <a:srcRect r="908" b="12869"/>
          <a:stretch>
            <a:fillRect/>
          </a:stretch>
        </p:blipFill>
        <p:spPr>
          <a:xfrm flipH="1">
            <a:off x="0" y="-635"/>
            <a:ext cx="12191365" cy="6858635"/>
          </a:xfrm>
          <a:prstGeom prst="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</p:spPr>
      </p:pic>
      <p:sp>
        <p:nvSpPr>
          <p:cNvPr id="1048640" name="文本框 4"/>
          <p:cNvSpPr txBox="1"/>
          <p:nvPr>
            <p:custDataLst>
              <p:tags r:id="rId2"/>
            </p:custDataLst>
          </p:nvPr>
        </p:nvSpPr>
        <p:spPr>
          <a:xfrm>
            <a:off x="981710" y="835025"/>
            <a:ext cx="95504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一、</a:t>
            </a:r>
            <a:endParaRPr lang="zh-CN" altLang="en-US" sz="32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66" name="图片 7" descr="院徽+院名（蓝色镂空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6365"/>
            <a:ext cx="3433445" cy="1471930"/>
          </a:xfrm>
          <a:prstGeom prst="rect">
            <a:avLst/>
          </a:prstGeom>
        </p:spPr>
      </p:pic>
      <p:sp>
        <p:nvSpPr>
          <p:cNvPr id="1048642" name="文本框 3"/>
          <p:cNvSpPr txBox="1"/>
          <p:nvPr/>
        </p:nvSpPr>
        <p:spPr>
          <a:xfrm>
            <a:off x="4496435" y="690245"/>
            <a:ext cx="392620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六、请添加您的标题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43" name="椭圆 10"/>
          <p:cNvSpPr/>
          <p:nvPr>
            <p:custDataLst>
              <p:tags r:id="rId4"/>
            </p:custDataLst>
          </p:nvPr>
        </p:nvSpPr>
        <p:spPr>
          <a:xfrm>
            <a:off x="3576320" y="4634230"/>
            <a:ext cx="702945" cy="689610"/>
          </a:xfrm>
          <a:prstGeom prst="ellipse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1</a:t>
            </a:r>
            <a:endParaRPr lang="en-US" altLang="zh-CN" sz="2400" b="1"/>
          </a:p>
        </p:txBody>
      </p:sp>
      <p:sp>
        <p:nvSpPr>
          <p:cNvPr id="1048644" name="椭圆 12"/>
          <p:cNvSpPr/>
          <p:nvPr>
            <p:custDataLst>
              <p:tags r:id="rId5"/>
            </p:custDataLst>
          </p:nvPr>
        </p:nvSpPr>
        <p:spPr>
          <a:xfrm>
            <a:off x="8170545" y="4634230"/>
            <a:ext cx="702945" cy="689610"/>
          </a:xfrm>
          <a:prstGeom prst="ellipse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5</a:t>
            </a:r>
            <a:endParaRPr lang="en-US" altLang="zh-CN" sz="2400" b="1"/>
          </a:p>
        </p:txBody>
      </p:sp>
      <p:sp>
        <p:nvSpPr>
          <p:cNvPr id="1048645" name="椭圆 13"/>
          <p:cNvSpPr/>
          <p:nvPr>
            <p:custDataLst>
              <p:tags r:id="rId6"/>
            </p:custDataLst>
          </p:nvPr>
        </p:nvSpPr>
        <p:spPr>
          <a:xfrm>
            <a:off x="5876290" y="2864485"/>
            <a:ext cx="702945" cy="689610"/>
          </a:xfrm>
          <a:prstGeom prst="ellipse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3</a:t>
            </a:r>
            <a:endParaRPr lang="en-US" altLang="zh-CN" sz="2400" b="1"/>
          </a:p>
        </p:txBody>
      </p:sp>
      <p:sp>
        <p:nvSpPr>
          <p:cNvPr id="1048646" name="椭圆 14"/>
          <p:cNvSpPr/>
          <p:nvPr>
            <p:custDataLst>
              <p:tags r:id="rId7"/>
            </p:custDataLst>
          </p:nvPr>
        </p:nvSpPr>
        <p:spPr>
          <a:xfrm>
            <a:off x="4471035" y="3452495"/>
            <a:ext cx="702945" cy="689610"/>
          </a:xfrm>
          <a:prstGeom prst="ellipse">
            <a:avLst/>
          </a:prstGeom>
          <a:solidFill>
            <a:srgbClr val="6D83B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2</a:t>
            </a:r>
            <a:endParaRPr lang="en-US" altLang="zh-CN" sz="2400" b="1"/>
          </a:p>
        </p:txBody>
      </p:sp>
      <p:sp>
        <p:nvSpPr>
          <p:cNvPr id="1048647" name="椭圆 15"/>
          <p:cNvSpPr/>
          <p:nvPr>
            <p:custDataLst>
              <p:tags r:id="rId8"/>
            </p:custDataLst>
          </p:nvPr>
        </p:nvSpPr>
        <p:spPr>
          <a:xfrm>
            <a:off x="7281545" y="3452495"/>
            <a:ext cx="702945" cy="689610"/>
          </a:xfrm>
          <a:prstGeom prst="ellipse">
            <a:avLst/>
          </a:prstGeom>
          <a:solidFill>
            <a:srgbClr val="6D83B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/>
              <a:t>4</a:t>
            </a:r>
            <a:endParaRPr lang="en-US" altLang="zh-CN" sz="2400" b="1"/>
          </a:p>
        </p:txBody>
      </p:sp>
      <p:sp>
        <p:nvSpPr>
          <p:cNvPr id="1048648" name="文本框 16"/>
          <p:cNvSpPr txBox="1"/>
          <p:nvPr>
            <p:custDataLst>
              <p:tags r:id="rId9"/>
            </p:custDataLst>
          </p:nvPr>
        </p:nvSpPr>
        <p:spPr>
          <a:xfrm>
            <a:off x="5492115" y="1659255"/>
            <a:ext cx="1464945" cy="38099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请输入小标题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97167" name="图片 18" descr="灯泡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290820" y="4044950"/>
            <a:ext cx="1868805" cy="1868805"/>
          </a:xfrm>
          <a:prstGeom prst="rect">
            <a:avLst/>
          </a:prstGeom>
        </p:spPr>
      </p:pic>
      <p:sp>
        <p:nvSpPr>
          <p:cNvPr id="1048649" name="文本框 27"/>
          <p:cNvSpPr txBox="1"/>
          <p:nvPr>
            <p:custDataLst>
              <p:tags r:id="rId12"/>
            </p:custDataLst>
          </p:nvPr>
        </p:nvSpPr>
        <p:spPr>
          <a:xfrm>
            <a:off x="4819015" y="1996440"/>
            <a:ext cx="294005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50" name="文本框 19"/>
          <p:cNvSpPr txBox="1"/>
          <p:nvPr>
            <p:custDataLst>
              <p:tags r:id="rId13"/>
            </p:custDataLst>
          </p:nvPr>
        </p:nvSpPr>
        <p:spPr>
          <a:xfrm>
            <a:off x="1955800" y="4476115"/>
            <a:ext cx="146494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请输入小标题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51" name="文本框 20"/>
          <p:cNvSpPr txBox="1"/>
          <p:nvPr>
            <p:custDataLst>
              <p:tags r:id="rId14"/>
            </p:custDataLst>
          </p:nvPr>
        </p:nvSpPr>
        <p:spPr>
          <a:xfrm>
            <a:off x="9035415" y="4476115"/>
            <a:ext cx="146494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请输入小标题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52" name="文本框 21"/>
          <p:cNvSpPr txBox="1"/>
          <p:nvPr>
            <p:custDataLst>
              <p:tags r:id="rId15"/>
            </p:custDataLst>
          </p:nvPr>
        </p:nvSpPr>
        <p:spPr>
          <a:xfrm>
            <a:off x="2820035" y="2797175"/>
            <a:ext cx="1464945" cy="38099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请输入小标题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53" name="文本框 22"/>
          <p:cNvSpPr txBox="1"/>
          <p:nvPr>
            <p:custDataLst>
              <p:tags r:id="rId16"/>
            </p:custDataLst>
          </p:nvPr>
        </p:nvSpPr>
        <p:spPr>
          <a:xfrm>
            <a:off x="8170545" y="2752725"/>
            <a:ext cx="1464945" cy="38099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请输入小标题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54" name="文本框 23"/>
          <p:cNvSpPr txBox="1"/>
          <p:nvPr>
            <p:custDataLst>
              <p:tags r:id="rId17"/>
            </p:custDataLst>
          </p:nvPr>
        </p:nvSpPr>
        <p:spPr>
          <a:xfrm>
            <a:off x="8297545" y="3089910"/>
            <a:ext cx="294005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55" name="文本框 24"/>
          <p:cNvSpPr txBox="1"/>
          <p:nvPr>
            <p:custDataLst>
              <p:tags r:id="rId18"/>
            </p:custDataLst>
          </p:nvPr>
        </p:nvSpPr>
        <p:spPr>
          <a:xfrm>
            <a:off x="1155065" y="3089910"/>
            <a:ext cx="294005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56" name="文本框 25"/>
          <p:cNvSpPr txBox="1"/>
          <p:nvPr>
            <p:custDataLst>
              <p:tags r:id="rId19"/>
            </p:custDataLst>
          </p:nvPr>
        </p:nvSpPr>
        <p:spPr>
          <a:xfrm>
            <a:off x="524510" y="4813300"/>
            <a:ext cx="294005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57" name="文本框 26"/>
          <p:cNvSpPr txBox="1"/>
          <p:nvPr>
            <p:custDataLst>
              <p:tags r:id="rId20"/>
            </p:custDataLst>
          </p:nvPr>
        </p:nvSpPr>
        <p:spPr>
          <a:xfrm>
            <a:off x="9035415" y="4813300"/>
            <a:ext cx="294005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6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矩形 1"/>
          <p:cNvSpPr/>
          <p:nvPr/>
        </p:nvSpPr>
        <p:spPr>
          <a:xfrm>
            <a:off x="3773170" y="626110"/>
            <a:ext cx="4953635" cy="58864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40000"/>
              </a:lnSpc>
            </a:pPr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六、请添加您的标题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/>
      <p:pic>
        <p:nvPicPr>
          <p:cNvPr id="2097168" name="图片 2"/>
          <p:cNvPicPr>
            <a:picLocks noChangeAspect="1"/>
          </p:cNvPicPr>
          <p:nvPr/>
        </p:nvPicPr>
        <p:blipFill>
          <a:blip r:embed="rId1">
            <a:alphaModFix amt="32000"/>
            <a:lum bright="70000" contrast="-70000"/>
          </a:blip>
          <a:srcRect r="908" b="12869"/>
          <a:stretch>
            <a:fillRect/>
          </a:stretch>
        </p:blipFill>
        <p:spPr>
          <a:xfrm flipH="1">
            <a:off x="0" y="-634"/>
            <a:ext cx="12191365" cy="6858635"/>
          </a:xfrm>
          <a:prstGeom prst="rect">
            <a:avLst/>
          </a:prstGeom>
          <a:noFill/>
        </p:spPr>
      </p:pic>
      <p:sp>
        <p:nvSpPr>
          <p:cNvPr id="1048658" name="文本框 4"/>
          <p:cNvSpPr txBox="1"/>
          <p:nvPr>
            <p:custDataLst>
              <p:tags r:id="rId2"/>
            </p:custDataLst>
          </p:nvPr>
        </p:nvSpPr>
        <p:spPr>
          <a:xfrm>
            <a:off x="981710" y="835025"/>
            <a:ext cx="955040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  <a:latin typeface="隶书" panose="02010509060101010101" charset="-122"/>
                <a:ea typeface="隶书" panose="02010509060101010101" charset="-122"/>
              </a:rPr>
              <a:t>一、</a:t>
            </a:r>
            <a:endParaRPr lang="zh-CN" altLang="en-US" sz="3200" b="1">
              <a:solidFill>
                <a:schemeClr val="bg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2097169" name="图片 7" descr="院徽+院名（蓝色镂空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6365"/>
            <a:ext cx="3433445" cy="1471930"/>
          </a:xfrm>
          <a:prstGeom prst="rect">
            <a:avLst/>
          </a:prstGeom>
        </p:spPr>
      </p:pic>
      <p:sp>
        <p:nvSpPr>
          <p:cNvPr id="1048660" name="文本框 3"/>
          <p:cNvSpPr txBox="1"/>
          <p:nvPr/>
        </p:nvSpPr>
        <p:spPr>
          <a:xfrm>
            <a:off x="4496435" y="690245"/>
            <a:ext cx="392620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七、请添加您的标题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097170" name="图片 5"/>
          <p:cNvPicPr/>
          <p:nvPr>
            <p:custDataLst>
              <p:tags r:id="rId4"/>
            </p:custDataLst>
          </p:nvPr>
        </p:nvPicPr>
        <p:blipFill>
          <a:blip r:embed="rId5">
            <a:alphaModFix amt="54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491105" y="2514600"/>
            <a:ext cx="6766560" cy="4312920"/>
          </a:xfrm>
          <a:prstGeom prst="rect">
            <a:avLst/>
          </a:prstGeom>
        </p:spPr>
      </p:pic>
      <p:pic>
        <p:nvPicPr>
          <p:cNvPr id="2097171" name="图片 6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35555" y="2620010"/>
            <a:ext cx="6778625" cy="3848100"/>
          </a:xfrm>
          <a:prstGeom prst="rect">
            <a:avLst/>
          </a:prstGeom>
        </p:spPr>
      </p:pic>
      <p:pic>
        <p:nvPicPr>
          <p:cNvPr id="2097172" name="图片 8"/>
          <p:cNvPicPr/>
          <p:nvPr>
            <p:custDataLst>
              <p:tags r:id="rId8"/>
            </p:custDataLst>
          </p:nvPr>
        </p:nvPicPr>
        <p:blipFill>
          <a:blip r:embed="rId9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91255" y="1417955"/>
            <a:ext cx="1045210" cy="1325245"/>
          </a:xfrm>
          <a:prstGeom prst="rect">
            <a:avLst/>
          </a:prstGeom>
        </p:spPr>
      </p:pic>
      <p:pic>
        <p:nvPicPr>
          <p:cNvPr id="2097173" name="图片 9"/>
          <p:cNvPicPr/>
          <p:nvPr>
            <p:custDataLst>
              <p:tags r:id="rId10"/>
            </p:custDataLst>
          </p:nvPr>
        </p:nvPicPr>
        <p:blipFill>
          <a:blip r:embed="rId11">
            <a:duotone>
              <a:prstClr val="black"/>
              <a:schemeClr val="tx2">
                <a:lumMod val="60000"/>
                <a:lumOff val="4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58230" y="2778125"/>
            <a:ext cx="1042035" cy="1301750"/>
          </a:xfrm>
          <a:prstGeom prst="rect">
            <a:avLst/>
          </a:prstGeom>
        </p:spPr>
      </p:pic>
      <p:pic>
        <p:nvPicPr>
          <p:cNvPr id="2097174" name="图片 11"/>
          <p:cNvPicPr/>
          <p:nvPr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335655" y="4029710"/>
            <a:ext cx="1254760" cy="1521460"/>
          </a:xfrm>
          <a:prstGeom prst="rect">
            <a:avLst/>
          </a:prstGeom>
        </p:spPr>
      </p:pic>
      <p:pic>
        <p:nvPicPr>
          <p:cNvPr id="2097175" name="图片 17"/>
          <p:cNvPicPr/>
          <p:nvPr>
            <p:custDataLst>
              <p:tags r:id="rId14"/>
            </p:custDataLst>
          </p:nvPr>
        </p:nvPicPr>
        <p:blipFill>
          <a:blip r:embed="rId15">
            <a:duotone>
              <a:prstClr val="black"/>
              <a:schemeClr val="accent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635" y="4476115"/>
            <a:ext cx="1358265" cy="1770380"/>
          </a:xfrm>
          <a:prstGeom prst="rect">
            <a:avLst/>
          </a:prstGeom>
        </p:spPr>
      </p:pic>
      <p:pic>
        <p:nvPicPr>
          <p:cNvPr id="2097176" name="图片 18"/>
          <p:cNvPicPr/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837305" y="1544320"/>
            <a:ext cx="753110" cy="743585"/>
          </a:xfrm>
          <a:prstGeom prst="rect">
            <a:avLst/>
          </a:prstGeom>
        </p:spPr>
      </p:pic>
      <p:pic>
        <p:nvPicPr>
          <p:cNvPr id="2097177" name="图片 19"/>
          <p:cNvPicPr/>
          <p:nvPr>
            <p:custDataLst>
              <p:tags r:id="rId1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294120" y="2910840"/>
            <a:ext cx="770255" cy="730885"/>
          </a:xfrm>
          <a:prstGeom prst="rect">
            <a:avLst/>
          </a:prstGeom>
        </p:spPr>
      </p:pic>
      <p:pic>
        <p:nvPicPr>
          <p:cNvPr id="2097178" name="图片 20"/>
          <p:cNvPicPr/>
          <p:nvPr>
            <p:custDataLst>
              <p:tags r:id="rId19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514725" y="4219575"/>
            <a:ext cx="897255" cy="852805"/>
          </a:xfrm>
          <a:prstGeom prst="rect">
            <a:avLst/>
          </a:prstGeom>
        </p:spPr>
      </p:pic>
      <p:pic>
        <p:nvPicPr>
          <p:cNvPr id="2097179" name="图片 21"/>
          <p:cNvPicPr/>
          <p:nvPr>
            <p:custDataLst>
              <p:tags r:id="rId20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794625" y="4693285"/>
            <a:ext cx="1010920" cy="966470"/>
          </a:xfrm>
          <a:prstGeom prst="rect">
            <a:avLst/>
          </a:prstGeom>
        </p:spPr>
      </p:pic>
      <p:sp>
        <p:nvSpPr>
          <p:cNvPr id="1048661" name="文本框 22"/>
          <p:cNvSpPr txBox="1"/>
          <p:nvPr>
            <p:custDataLst>
              <p:tags r:id="rId21"/>
            </p:custDataLst>
          </p:nvPr>
        </p:nvSpPr>
        <p:spPr>
          <a:xfrm>
            <a:off x="482600" y="1214755"/>
            <a:ext cx="2052955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小标题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62" name="文本框 23"/>
          <p:cNvSpPr txBox="1"/>
          <p:nvPr>
            <p:custDataLst>
              <p:tags r:id="rId22"/>
            </p:custDataLst>
          </p:nvPr>
        </p:nvSpPr>
        <p:spPr>
          <a:xfrm>
            <a:off x="9314180" y="4476115"/>
            <a:ext cx="2052955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小标题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63" name="文本框 24"/>
          <p:cNvSpPr txBox="1"/>
          <p:nvPr>
            <p:custDataLst>
              <p:tags r:id="rId23"/>
            </p:custDataLst>
          </p:nvPr>
        </p:nvSpPr>
        <p:spPr>
          <a:xfrm>
            <a:off x="981710" y="4635500"/>
            <a:ext cx="2052955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小标题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64" name="文本框 25"/>
          <p:cNvSpPr txBox="1"/>
          <p:nvPr>
            <p:custDataLst>
              <p:tags r:id="rId24"/>
            </p:custDataLst>
          </p:nvPr>
        </p:nvSpPr>
        <p:spPr>
          <a:xfrm>
            <a:off x="7305675" y="2017395"/>
            <a:ext cx="2052955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请添加您的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小标题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65" name="文本框 27"/>
          <p:cNvSpPr txBox="1"/>
          <p:nvPr>
            <p:custDataLst>
              <p:tags r:id="rId25"/>
            </p:custDataLst>
          </p:nvPr>
        </p:nvSpPr>
        <p:spPr>
          <a:xfrm>
            <a:off x="527050" y="1543685"/>
            <a:ext cx="258064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8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66" name="文本框 28"/>
          <p:cNvSpPr txBox="1"/>
          <p:nvPr>
            <p:custDataLst>
              <p:tags r:id="rId26"/>
            </p:custDataLst>
          </p:nvPr>
        </p:nvSpPr>
        <p:spPr>
          <a:xfrm>
            <a:off x="9358630" y="4806950"/>
            <a:ext cx="2580640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8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67" name="文本框 29"/>
          <p:cNvSpPr txBox="1"/>
          <p:nvPr>
            <p:custDataLst>
              <p:tags r:id="rId27"/>
            </p:custDataLst>
          </p:nvPr>
        </p:nvSpPr>
        <p:spPr>
          <a:xfrm>
            <a:off x="886460" y="4965700"/>
            <a:ext cx="258064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8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68" name="文本框 30"/>
          <p:cNvSpPr txBox="1"/>
          <p:nvPr>
            <p:custDataLst>
              <p:tags r:id="rId28"/>
            </p:custDataLst>
          </p:nvPr>
        </p:nvSpPr>
        <p:spPr>
          <a:xfrm>
            <a:off x="7267575" y="2385695"/>
            <a:ext cx="258064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80000"/>
              </a:lnSpc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在此处输入文本内容，或者通过复制文本后，在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此框中选择粘贴。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669" name="文本框 31"/>
          <p:cNvSpPr txBox="1"/>
          <p:nvPr/>
        </p:nvSpPr>
        <p:spPr>
          <a:xfrm>
            <a:off x="3836670" y="1732915"/>
            <a:ext cx="899795" cy="380999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600" b="1">
                <a:latin typeface="Arial" panose="020B0604020202020204" pitchFamily="34" charset="0"/>
                <a:ea typeface="微软雅黑" panose="020B0503020204020204" charset="-122"/>
              </a:rPr>
              <a:t>步骤一</a:t>
            </a:r>
            <a:endParaRPr lang="zh-CN" altLang="en-US" sz="16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48670" name="文本框 32"/>
          <p:cNvSpPr txBox="1"/>
          <p:nvPr/>
        </p:nvSpPr>
        <p:spPr>
          <a:xfrm>
            <a:off x="7905750" y="4965700"/>
            <a:ext cx="899795" cy="4114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</a:rPr>
              <a:t>步骤四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48671" name="文本框 33"/>
          <p:cNvSpPr txBox="1"/>
          <p:nvPr/>
        </p:nvSpPr>
        <p:spPr>
          <a:xfrm>
            <a:off x="3514725" y="4438650"/>
            <a:ext cx="899795" cy="4114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</a:rPr>
              <a:t>步骤三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48672" name="文本框 34"/>
          <p:cNvSpPr txBox="1"/>
          <p:nvPr/>
        </p:nvSpPr>
        <p:spPr>
          <a:xfrm>
            <a:off x="6294120" y="3091815"/>
            <a:ext cx="899795" cy="380999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600" b="1">
                <a:latin typeface="Arial" panose="020B0604020202020204" pitchFamily="34" charset="0"/>
                <a:ea typeface="微软雅黑" panose="020B0503020204020204" charset="-122"/>
              </a:rPr>
              <a:t>步骤</a:t>
            </a:r>
            <a:r>
              <a:rPr lang="zh-CN" altLang="en-US" sz="1600" b="1">
                <a:latin typeface="Arial" panose="020B0604020202020204" pitchFamily="34" charset="0"/>
                <a:ea typeface="微软雅黑" panose="020B0503020204020204" charset="-122"/>
              </a:rPr>
              <a:t>二</a:t>
            </a:r>
            <a:endParaRPr lang="zh-CN" altLang="en-US" sz="16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" name="矩形 1"/>
          <p:cNvSpPr/>
          <p:nvPr/>
        </p:nvSpPr>
        <p:spPr>
          <a:xfrm>
            <a:off x="3773170" y="626110"/>
            <a:ext cx="4953635" cy="58864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40000"/>
              </a:lnSpc>
            </a:pPr>
            <a:r>
              <a:rPr lang="zh-CN" altLang="en-US" sz="28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七、请添加您的标题</a:t>
            </a:r>
            <a:endParaRPr lang="zh-CN" altLang="en-US" sz="2800" b="1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/>
      <p:sp>
        <p:nvSpPr>
          <p:cNvPr id="1048673" name="矩形 12"/>
          <p:cNvSpPr/>
          <p:nvPr/>
        </p:nvSpPr>
        <p:spPr>
          <a:xfrm>
            <a:off x="-13335" y="-6350"/>
            <a:ext cx="12205335" cy="690181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81" name="图片 11" descr="院楼剪影透明背景"/>
          <p:cNvPicPr>
            <a:picLocks noChangeAspect="1"/>
          </p:cNvPicPr>
          <p:nvPr/>
        </p:nvPicPr>
        <p:blipFill>
          <a:blip r:embed="rId1">
            <a:alphaModFix amt="74000"/>
            <a:lum bright="96000" contrast="-90000"/>
          </a:blip>
          <a:stretch>
            <a:fillRect/>
          </a:stretch>
        </p:blipFill>
        <p:spPr>
          <a:xfrm>
            <a:off x="474345" y="2144395"/>
            <a:ext cx="7357745" cy="7357745"/>
          </a:xfrm>
          <a:prstGeom prst="rect">
            <a:avLst/>
          </a:prstGeom>
        </p:spPr>
      </p:pic>
      <p:sp>
        <p:nvSpPr>
          <p:cNvPr id="1048674" name="梯形 15"/>
          <p:cNvSpPr/>
          <p:nvPr/>
        </p:nvSpPr>
        <p:spPr>
          <a:xfrm rot="10800000">
            <a:off x="9470390" y="2479675"/>
            <a:ext cx="5984875" cy="2479675"/>
          </a:xfrm>
          <a:prstGeom prst="trapezoid">
            <a:avLst/>
          </a:prstGeom>
          <a:solidFill>
            <a:schemeClr val="accent1">
              <a:lumMod val="60000"/>
              <a:lumOff val="40000"/>
              <a:alpha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75" name="梯形 13"/>
          <p:cNvSpPr/>
          <p:nvPr/>
        </p:nvSpPr>
        <p:spPr>
          <a:xfrm>
            <a:off x="8034020" y="3641725"/>
            <a:ext cx="7301230" cy="3365500"/>
          </a:xfrm>
          <a:prstGeom prst="trapezoid">
            <a:avLst/>
          </a:prstGeom>
          <a:solidFill>
            <a:srgbClr val="5C6F9D">
              <a:alpha val="7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76" name="梯形 14"/>
          <p:cNvSpPr/>
          <p:nvPr/>
        </p:nvSpPr>
        <p:spPr>
          <a:xfrm>
            <a:off x="7610475" y="3429000"/>
            <a:ext cx="7908290" cy="3972560"/>
          </a:xfrm>
          <a:prstGeom prst="trapezoid">
            <a:avLst/>
          </a:prstGeom>
          <a:noFill/>
          <a:ln>
            <a:solidFill>
              <a:schemeClr val="bg1">
                <a:alpha val="5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82" name="图片 17" descr="院徽（白色镂空）"/>
          <p:cNvPicPr>
            <a:picLocks noChangeAspect="1"/>
          </p:cNvPicPr>
          <p:nvPr/>
        </p:nvPicPr>
        <p:blipFill>
          <a:blip r:embed="rId2">
            <a:alphaModFix amt="74000"/>
          </a:blip>
          <a:stretch>
            <a:fillRect/>
          </a:stretch>
        </p:blipFill>
        <p:spPr>
          <a:xfrm>
            <a:off x="8989060" y="3791585"/>
            <a:ext cx="3066415" cy="3066415"/>
          </a:xfrm>
          <a:prstGeom prst="rect">
            <a:avLst/>
          </a:prstGeom>
        </p:spPr>
      </p:pic>
      <p:pic>
        <p:nvPicPr>
          <p:cNvPr id="2097183" name="图片 1"/>
          <p:cNvPicPr>
            <a:picLocks noChangeAspect="1"/>
          </p:cNvPicPr>
          <p:nvPr/>
        </p:nvPicPr>
        <p:blipFill>
          <a:blip r:embed="rId3">
            <a:alphaModFix amt="8000"/>
            <a:lum bright="70000" contrast="-70000"/>
          </a:blip>
          <a:srcRect r="28902"/>
          <a:stretch>
            <a:fillRect/>
          </a:stretch>
        </p:blipFill>
        <p:spPr>
          <a:xfrm flipV="1">
            <a:off x="7761605" y="-303530"/>
            <a:ext cx="7049770" cy="1543050"/>
          </a:xfrm>
          <a:prstGeom prst="rect">
            <a:avLst/>
          </a:prstGeom>
          <a:noFill/>
        </p:spPr>
      </p:pic>
      <p:sp>
        <p:nvSpPr>
          <p:cNvPr id="1048677" name="文本框 2"/>
          <p:cNvSpPr txBox="1"/>
          <p:nvPr/>
        </p:nvSpPr>
        <p:spPr>
          <a:xfrm>
            <a:off x="2965450" y="2363470"/>
            <a:ext cx="6261735" cy="116649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zh-CN" altLang="en-US" sz="6600" b="1" spc="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感谢您的聆听！</a:t>
            </a:r>
            <a:endParaRPr lang="zh-CN" altLang="en-US" sz="6600" b="1" spc="4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/>
      <p:sp>
        <p:nvSpPr>
          <p:cNvPr id="1048586" name="矩形 12"/>
          <p:cNvSpPr/>
          <p:nvPr/>
        </p:nvSpPr>
        <p:spPr>
          <a:xfrm>
            <a:off x="0" y="635"/>
            <a:ext cx="12192635" cy="685736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025015"/>
            <a:ext cx="12192000" cy="3202305"/>
          </a:xfrm>
          <a:prstGeom prst="rect">
            <a:avLst/>
          </a:prstGeom>
          <a:blipFill rotWithShape="1">
            <a:blip r:embed="rId1">
              <a:alphaModFix amt="63000"/>
            </a:blip>
            <a:stretch>
              <a:fillRect/>
            </a:stretch>
          </a:blip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6985" y="2024380"/>
            <a:ext cx="12192000" cy="3202305"/>
          </a:xfrm>
          <a:prstGeom prst="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rgbClr val="1D2871">
                  <a:alpha val="87000"/>
                </a:srgbClr>
              </a:gs>
              <a:gs pos="40000">
                <a:srgbClr val="5C6F9D">
                  <a:alpha val="73000"/>
                </a:srgbClr>
              </a:gs>
              <a:gs pos="21000">
                <a:schemeClr val="accent1">
                  <a:lumMod val="40000"/>
                  <a:lumOff val="60000"/>
                  <a:alpha val="41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54" name="图片 17" descr="院徽（白色镂空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84" y="194796"/>
            <a:ext cx="1460360" cy="146036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-103505" y="185420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-67310" y="534162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677" name="文本框 2"/>
          <p:cNvSpPr txBox="1"/>
          <p:nvPr/>
        </p:nvSpPr>
        <p:spPr>
          <a:xfrm>
            <a:off x="3006725" y="2941955"/>
            <a:ext cx="6261735" cy="116649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zh-CN" altLang="en-US" sz="6600" b="1" spc="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感谢您的聆听！</a:t>
            </a:r>
            <a:endParaRPr lang="zh-CN" altLang="en-US" sz="6600" b="1" spc="4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005205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7787005" y="5093335"/>
            <a:ext cx="3461385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xxx</a:t>
            </a:r>
            <a:r>
              <a:rPr lang="zh-CN" altLang="en-US">
                <a:solidFill>
                  <a:schemeClr val="tx1"/>
                </a:solidFill>
              </a:rPr>
              <a:t>学院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84325" y="5189220"/>
            <a:ext cx="168529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xx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月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xx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日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23080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汇报人：</a:t>
            </a:r>
            <a:r>
              <a:rPr lang="en-US" altLang="zh-CN"/>
              <a:t>xxx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2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3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4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5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6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7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8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9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10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11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12.xml><?xml version="1.0" encoding="utf-8"?>
<p:tagLst xmlns:p="http://schemas.openxmlformats.org/presentationml/2006/main">
  <p:tag name="KSO_WM_DIAGRAM_VIRTUALLY_FRAME" val="{&quot;height&quot;:312.15,&quot;left&quot;:235.1,&quot;top&quot;:109.55,&quot;width&quot;:371.7}"/>
</p:tagLst>
</file>

<file path=ppt/tags/tag13.xml><?xml version="1.0" encoding="utf-8"?>
<p:tagLst xmlns:p="http://schemas.openxmlformats.org/presentationml/2006/main">
  <p:tag name="KSO_WM_DIAGRAM_VIRTUALLY_FRAME" val="{&quot;height&quot;:311.65,&quot;left&quot;:235.1,&quot;top&quot;:110.05,&quot;width&quot;:371.7}"/>
</p:tagLst>
</file>

<file path=ppt/tags/tag14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15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16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17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18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19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20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21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22.xml><?xml version="1.0" encoding="utf-8"?>
<p:tagLst xmlns:p="http://schemas.openxmlformats.org/presentationml/2006/main">
  <p:tag name="KSO_WM_DIAGRAM_VIRTUALLY_FRAME" val="{&quot;height&quot;:297.1,&quot;left&quot;:464.6,&quot;top&quot;:166.6,&quot;width&quot;:384.25}"/>
</p:tagLst>
</file>

<file path=ppt/tags/tag23.xml><?xml version="1.0" encoding="utf-8"?>
<p:tagLst xmlns:p="http://schemas.openxmlformats.org/presentationml/2006/main">
  <p:tag name="KSO_WM_DIAGRAM_VIRTUALLY_FRAME" val="{&quot;height&quot;:311.65,&quot;left&quot;:235.1,&quot;top&quot;:110.05,&quot;width&quot;:371.7}"/>
</p:tagLst>
</file>

<file path=ppt/tags/tag24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25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26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27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28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29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30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31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32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33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34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35.xml><?xml version="1.0" encoding="utf-8"?>
<p:tagLst xmlns:p="http://schemas.openxmlformats.org/presentationml/2006/main">
  <p:tag name="KSO_WM_DIAGRAM_VIRTUALLY_FRAME" val="{&quot;height&quot;:335.738070271515,&quot;left&quot;:51.893385826771656,&quot;top&quot;:119.46192972848499,&quot;width&quot;:885.9066141732283}"/>
</p:tagLst>
</file>

<file path=ppt/tags/tag36.xml><?xml version="1.0" encoding="utf-8"?>
<p:tagLst xmlns:p="http://schemas.openxmlformats.org/presentationml/2006/main">
  <p:tag name="KSO_WM_DIAGRAM_VIRTUALLY_FRAME" val="{&quot;height&quot;:311.65,&quot;left&quot;:235.1,&quot;top&quot;:110.05,&quot;width&quot;:371.7}"/>
</p:tagLst>
</file>

<file path=ppt/tags/tag37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38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39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0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1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2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3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4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5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6.xml><?xml version="1.0" encoding="utf-8"?>
<p:tagLst xmlns:p="http://schemas.openxmlformats.org/presentationml/2006/main">
  <p:tag name="KSO_WM_DIAGRAM_VIRTUALLY_FRAME" val="{&quot;height&quot;:487.55,&quot;left&quot;:17.55,&quot;top&quot;:49.3,&quot;width&quot;:924.6}"/>
</p:tagLst>
</file>

<file path=ppt/tags/tag47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48.xml><?xml version="1.0" encoding="utf-8"?>
<p:tagLst xmlns:p="http://schemas.openxmlformats.org/presentationml/2006/main">
  <p:tag name="KSO_WM_DIAGRAM_VIRTUALLY_FRAME" val="{&quot;height&quot;:311.65,&quot;left&quot;:235.1,&quot;top&quot;:110.05,&quot;width&quot;:371.7}"/>
</p:tagLst>
</file>

<file path=ppt/tags/tag49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0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1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2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3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4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5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6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7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8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59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60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61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62.xml><?xml version="1.0" encoding="utf-8"?>
<p:tagLst xmlns:p="http://schemas.openxmlformats.org/presentationml/2006/main">
  <p:tag name="KSO_WM_DIAGRAM_VIRTUALLY_FRAME" val="{&quot;height&quot;:434.45,&quot;left&quot;:30.2,&quot;top&quot;:105.55,&quot;width&quot;:912.95}"/>
</p:tagLst>
</file>

<file path=ppt/tags/tag63.xml><?xml version="1.0" encoding="utf-8"?>
<p:tagLst xmlns:p="http://schemas.openxmlformats.org/presentationml/2006/main">
  <p:tag name="KSO_WM_DIAGRAM_VIRTUALLY_FRAME" val="{&quot;height&quot;:311.65,&quot;left&quot;:235.1,&quot;top&quot;:110.05,&quot;width&quot;:371.7}"/>
</p:tagLst>
</file>

<file path=ppt/tags/tag64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65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66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67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68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69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0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1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2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3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4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5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6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7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8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79.xml><?xml version="1.0" encoding="utf-8"?>
<p:tagLst xmlns:p="http://schemas.openxmlformats.org/presentationml/2006/main">
  <p:tag name="KSO_WM_DIAGRAM_VIRTUALLY_FRAME" val="{&quot;height&quot;:441.95,&quot;left&quot;:17.3,&quot;top&quot;:114.6,&quot;width&quot;:948.45}"/>
</p:tagLst>
</file>

<file path=ppt/tags/tag80.xml><?xml version="1.0" encoding="utf-8"?>
<p:tagLst xmlns:p="http://schemas.openxmlformats.org/presentationml/2006/main">
  <p:tag name="KSO_WM_DIAGRAM_VIRTUALLY_FRAME" val="{&quot;height&quot;:311.65,&quot;left&quot;:235.1,&quot;top&quot;:110.05,&quot;width&quot;:371.7}"/>
</p:tagLst>
</file>

<file path=ppt/tags/tag81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2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3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4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5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6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7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8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89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0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1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2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3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4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5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6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7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ags/tag98.xml><?xml version="1.0" encoding="utf-8"?>
<p:tagLst xmlns:p="http://schemas.openxmlformats.org/presentationml/2006/main">
  <p:tag name="KSO_WM_DIAGRAM_VIRTUALLY_FRAME" val="{&quot;height&quot;:441.95,&quot;left&quot;:19.3,&quot;top&quot;:95.65,&quot;width&quot;:948.4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JjMDU3ZjUwOS1jOWUyLTRjYzctOGZkNC1mMmNmYTcwYzNmMTAiCn0K"/>
    </extobj>
  </extobjs>
</s:customData>
</file>

<file path=customXml/itemProps9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1370</Words>
  <Application>WPS 演示</Application>
  <PresentationFormat/>
  <Paragraphs>212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隶书</vt:lpstr>
      <vt:lpstr>方正粗黑宋简体</vt:lpstr>
      <vt:lpstr>华文行楷</vt:lpstr>
      <vt:lpstr>Wingdings</vt:lpstr>
      <vt:lpstr>思源黑体 CN Normal</vt:lpstr>
      <vt:lpstr>思源宋体 CN Heavy</vt:lpstr>
      <vt:lpstr>Calibri</vt:lpstr>
      <vt:lpstr>Arial Unicode MS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杨雅菲</dc:creator>
  <cp:lastModifiedBy>徐少俊</cp:lastModifiedBy>
  <cp:revision>10</cp:revision>
  <dcterms:created xsi:type="dcterms:W3CDTF">2026-01-20T09:39:00Z</dcterms:created>
  <dcterms:modified xsi:type="dcterms:W3CDTF">2026-04-20T07:44:38Z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6DA6D4834A4E4C0F81E9F288889E695F_13</vt:lpwstr>
  </property>
</Properties>
</file>