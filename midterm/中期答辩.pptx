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9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2" r:id="rId11"/>
    <p:sldId id="273" r:id="rId12"/>
    <p:sldId id="274" r:id="rId13"/>
    <p:sldId id="275" r:id="rId14"/>
    <p:sldId id="276" r:id="rId10"/>
    <p:sldId id="271" r:id="rId15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871"/>
    <a:srgbClr val="1C40A8"/>
    <a:srgbClr val="6D83BA"/>
    <a:srgbClr val="5C6F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4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customXmlProps" Target="../customXml/itemProps99.xml"/><Relationship Id="rId20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3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73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各位老师好。我是邱添，汇报的题目是「结构鲁棒性对大模型推理能力提升的探究」，指导教师是滕佳烨。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谢谢各位老师，请批评指正。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大模型做对一道题，不等于换一种等价写法也做得对。Chen等人在ICML 2024发现，前提顺序一变，准确率可以下降百分之三十以上。我们要分开看两件事：同一张依赖图上，换呈现会不会翻；换一张没见过的图，能力还在不在。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期做了文献和形式化，也跑过一次真实试测。Qwen2.5-1.5B，二百条题，四个格子准确率都是0.76，正好等于多数类基线。当时只允许生成四个词，模型几乎全答yes。所以这不能说明已经具备结构鲁棒性。中期起改为方法加诊断，用负担引导挖掘，检验均匀随机重排是不是最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做法是把潜在任务和文本呈现拆开。评估用见过或没见过的图族，乘以规范或打乱的呈现。训练时按回读次数、相关前提距离和活动依赖前沿，挑选更难的等价呈现，并和随机重排在同样预算下比较。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健全性实验正在运行，正式指标还没落盘，这里不报小样本数字。达标之后才做五种等预算对照。算力是一块8GB的笔记本显卡。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如果挖掘打不赢随机重排，就改写成诊断论文，不把没出现的提升写成结论。表格10月31日前提交，答辩在11月上旬。预期是一篇中英论文和开源代码。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79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104868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8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04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0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0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0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09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10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1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1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1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1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1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1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2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2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8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2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2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26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27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72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2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3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9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9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9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9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9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9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0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8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8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9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/>
      <p:sp>
        <p:nvSpPr>
          <p:cNvPr id="1048586" name="矩形 12"/>
          <p:cNvSpPr/>
          <p:nvPr/>
        </p:nvSpPr>
        <p:spPr>
          <a:xfrm>
            <a:off x="0" y="635"/>
            <a:ext cx="12192635" cy="685736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025015"/>
            <a:ext cx="12192000" cy="3202305"/>
          </a:xfrm>
          <a:prstGeom prst="rect">
            <a:avLst/>
          </a:prstGeom>
          <a:blipFill rotWithShape="1">
            <a:blip r:embed="rId1">
              <a:alphaModFix amt="63000"/>
            </a:blip>
            <a:stretch>
              <a:fillRect/>
            </a:stretch>
          </a:blip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6985" y="2024380"/>
            <a:ext cx="12192000" cy="3202305"/>
          </a:xfrm>
          <a:prstGeom prst="rect">
            <a:avLst/>
          </a:prstGeom>
          <a:gradFill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rgbClr val="1D2871">
                  <a:alpha val="87000"/>
                </a:srgbClr>
              </a:gs>
              <a:gs pos="40000">
                <a:srgbClr val="5C6F9D">
                  <a:alpha val="73000"/>
                </a:srgbClr>
              </a:gs>
              <a:gs pos="21000">
                <a:schemeClr val="accent1">
                  <a:lumMod val="40000"/>
                  <a:lumOff val="60000"/>
                  <a:alpha val="41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54" name="图片 17" descr="院徽（白色镂空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84" y="194796"/>
            <a:ext cx="1460360" cy="146036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-79375" y="1854200"/>
            <a:ext cx="13645515" cy="552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-67310" y="5341620"/>
            <a:ext cx="13645515" cy="552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1005205" y="5093335"/>
            <a:ext cx="229616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7787005" y="5093335"/>
            <a:ext cx="3461385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统计与管理学院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" y="1470025"/>
            <a:ext cx="11619230" cy="36233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584325" y="5189220"/>
            <a:ext cx="1685290" cy="398780"/>
          </a:xfrm>
          <a:prstGeom prst="rect">
            <a:avLst/>
          </a:prstGeom>
        </p:spPr>
        <p:txBody>
          <a:bodyPr wrap="square" anchor="ctr"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11月上旬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323080" y="5093335"/>
            <a:ext cx="229616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 wrap="square"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汇报人：邱添</a:t>
            </a:r>
            <a:endParaRPr lang="en-US" altLang="zh-CN"/>
          </a:p>
        </p:txBody>
      </p:sp>
      <p:sp>
        <p:nvSpPr>
          <p:cNvPr id="2097155" name="Rounded Rectangle 2097154"/>
          <p:cNvSpPr/>
          <p:nvPr/>
        </p:nvSpPr>
        <p:spPr>
          <a:xfrm>
            <a:off x="640080" y="3794760"/>
            <a:ext cx="10881360" cy="1115568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156" name="TextBox 2097155"/>
          <p:cNvSpPr txBox="1"/>
          <p:nvPr/>
        </p:nvSpPr>
        <p:spPr>
          <a:xfrm>
            <a:off x="777240" y="3840480"/>
            <a:ext cx="10607040" cy="10241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结构鲁棒性对大模型推理能力提升的探究</a:t>
            </a:r>
          </a:p>
          <a:p>
            <a:pPr algn="ctr"/>
            <a:r>
              <a:rPr sz="1600" b="0">
                <a:solidFill>
                  <a:srgbClr val="E7EEF8"/>
                </a:solidFill>
                <a:latin typeface="微软雅黑"/>
                <a:ea typeface="微软雅黑"/>
                <a:cs typeface="微软雅黑"/>
              </a:rPr>
              <a:t>拔尖型科研训练项目 · 中期答辩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8288"/>
            <a:ext cx="3246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20440" y="164592"/>
            <a:ext cx="83210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顺序一变，推理就可能翻</a:t>
            </a:r>
          </a:p>
        </p:txBody>
      </p:sp>
      <p:pic>
        <p:nvPicPr>
          <p:cNvPr id="5" name="Picture 4" descr="fig_re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69" y="932688"/>
            <a:ext cx="11083758" cy="3977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55463"/>
            <a:ext cx="12192000" cy="20025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928615"/>
            <a:ext cx="114300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等价的前提重排，不该改变答案；高分不等于结构上稳健。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Chen 等，ICML 2024：顺序一变，准确率可下降 30% 以上。这是文献结果。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目标：分开测量同图稳定性，以及换到未见依赖结构后的迁移。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8288"/>
            <a:ext cx="3246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20440" y="164592"/>
            <a:ext cx="83210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前期工作，和一次没有信号的试测</a:t>
            </a:r>
          </a:p>
        </p:txBody>
      </p:sp>
      <p:pic>
        <p:nvPicPr>
          <p:cNvPr id="5" name="Picture 4" descr="fig_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69" y="932688"/>
            <a:ext cx="11083758" cy="3977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55463"/>
            <a:ext cx="12192000" cy="20025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928615"/>
            <a:ext cx="114300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文献和测量框架已完成；论文改为方法加诊断，不再以基准本身为贡献。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试测四格都是 0.76，等于多数类；当时最多只生成 4 个词。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E0 正在运行。正式指标还没落盘，小样本数字不往这里写。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8288"/>
            <a:ext cx="3246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20440" y="164592"/>
            <a:ext cx="83210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把稳定性与迁移拆开</a:t>
            </a:r>
          </a:p>
        </p:txBody>
      </p:sp>
      <p:pic>
        <p:nvPicPr>
          <p:cNvPr id="5" name="Picture 4" descr="fig_meth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69" y="932688"/>
            <a:ext cx="11083758" cy="3977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55463"/>
            <a:ext cx="12192000" cy="20025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928615"/>
            <a:ext cx="114300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潜在任务和文本呈现分开。见过或没见过，乘以规范或打乱。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按回读次数、相关前提距离、活动依赖前沿，挑选困难呈现。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和均匀随机重排做严格等预算对照。打不赢也如实报告。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8288"/>
            <a:ext cx="3246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20440" y="164592"/>
            <a:ext cx="83210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实验还在第一道关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69" y="932688"/>
            <a:ext cx="11083758" cy="3977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55463"/>
            <a:ext cx="12192000" cy="20025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928615"/>
            <a:ext cx="114300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E0 无训练：开思维链，比较证明顺序、随机和逆序，每格至少 200 条。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达标之后才做五种对照。现在 round1 还没有 metrics.json。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主模型是 Qwen2.5-1.5B。算力是一块 8GB 的笔记本显卡。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template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8288"/>
            <a:ext cx="3246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20440" y="164592"/>
            <a:ext cx="832104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风险、截止时间和后续安排</a:t>
            </a:r>
          </a:p>
        </p:txBody>
      </p:sp>
      <p:pic>
        <p:nvPicPr>
          <p:cNvPr id="5" name="Picture 4" descr="fig_gant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69" y="932688"/>
            <a:ext cx="11083758" cy="3977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55463"/>
            <a:ext cx="12192000" cy="20025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4928615"/>
            <a:ext cx="114300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若打不赢随机重排，就改写诊断论文，不把没出现的提升写成结论。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任务目前是合成规则推理，外部效度有限。10 月 31 日前提交表格。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43044"/>
                </a:solidFill>
                <a:latin typeface="微软雅黑"/>
                <a:ea typeface="微软雅黑"/>
                <a:cs typeface="微软雅黑"/>
              </a:rPr>
              <a:t>答辩在 11 月上旬，具体日期未定。预期是中英论文和开源代码。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/>
      <p:sp>
        <p:nvSpPr>
          <p:cNvPr id="1048586" name="矩形 12"/>
          <p:cNvSpPr/>
          <p:nvPr/>
        </p:nvSpPr>
        <p:spPr>
          <a:xfrm>
            <a:off x="0" y="635"/>
            <a:ext cx="12192635" cy="6857365"/>
          </a:xfrm>
          <a:prstGeom prst="rect">
            <a:avLst/>
          </a:prstGeom>
          <a:solidFill>
            <a:srgbClr val="1D28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2025015"/>
            <a:ext cx="12192000" cy="3202305"/>
          </a:xfrm>
          <a:prstGeom prst="rect">
            <a:avLst/>
          </a:prstGeom>
          <a:blipFill rotWithShape="1">
            <a:blip r:embed="rId1">
              <a:alphaModFix amt="63000"/>
            </a:blip>
            <a:stretch>
              <a:fillRect/>
            </a:stretch>
          </a:blip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6985" y="2024380"/>
            <a:ext cx="12192000" cy="3202305"/>
          </a:xfrm>
          <a:prstGeom prst="rect">
            <a:avLst/>
          </a:prstGeom>
          <a:gradFill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65000">
                <a:srgbClr val="1D2871">
                  <a:alpha val="87000"/>
                </a:srgbClr>
              </a:gs>
              <a:gs pos="40000">
                <a:srgbClr val="5C6F9D">
                  <a:alpha val="73000"/>
                </a:srgbClr>
              </a:gs>
              <a:gs pos="21000">
                <a:schemeClr val="accent1">
                  <a:lumMod val="40000"/>
                  <a:lumOff val="60000"/>
                  <a:alpha val="41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97154" name="图片 17" descr="院徽（白色镂空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84" y="194796"/>
            <a:ext cx="1460360" cy="146036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-103505" y="1854200"/>
            <a:ext cx="13645515" cy="552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-67310" y="5341620"/>
            <a:ext cx="13645515" cy="5524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/>
        </p:nvSpPr>
        <p:spPr>
          <a:xfrm>
            <a:off x="1005205" y="5093335"/>
            <a:ext cx="229616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7787005" y="5093335"/>
            <a:ext cx="3461385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wrap="square"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统计与管理学院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84325" y="5189220"/>
            <a:ext cx="1685290" cy="398780"/>
          </a:xfrm>
          <a:prstGeom prst="rect">
            <a:avLst/>
          </a:prstGeom>
        </p:spPr>
        <p:txBody>
          <a:bodyPr wrap="square" anchor="ctr"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11月上旬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323080" y="5093335"/>
            <a:ext cx="2296160" cy="5689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 wrap="square"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汇报人：邱添</a:t>
            </a:r>
            <a:endParaRPr lang="en-US" altLang="zh-CN"/>
          </a:p>
        </p:txBody>
      </p:sp>
      <p:sp>
        <p:nvSpPr>
          <p:cNvPr id="2097155" name="Rounded Rectangle 2097154"/>
          <p:cNvSpPr/>
          <p:nvPr/>
        </p:nvSpPr>
        <p:spPr>
          <a:xfrm>
            <a:off x="2377440" y="2697480"/>
            <a:ext cx="7406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77" name="文本框 2"/>
          <p:cNvSpPr txBox="1"/>
          <p:nvPr/>
        </p:nvSpPr>
        <p:spPr>
          <a:xfrm>
            <a:off x="3006725" y="2941955"/>
            <a:ext cx="6261735" cy="1166495"/>
          </a:xfrm>
          <a:prstGeom prst="rect">
            <a:avLst/>
          </a:prstGeom>
        </p:spPr>
        <p:txBody>
          <a:bodyPr wrap="square" anchor="ctr">
            <a:noAutofit/>
          </a:bodyPr>
          <a:p>
            <a:pPr algn="ctr"/>
            <a:r>
              <a:rPr sz="4000" b="1">
                <a:solidFill>
                  <a:srgbClr val="1B4F8A"/>
                </a:solidFill>
                <a:latin typeface="微软雅黑"/>
                <a:ea typeface="微软雅黑"/>
                <a:cs typeface="微软雅黑"/>
              </a:rPr>
              <a:t>感谢聆听</a:t>
            </a:r>
            <a:endParaRPr lang="zh-CN" altLang="en-US" sz="6600" b="1" spc="4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ctr"/>
            <a:r>
              <a:rPr sz="2200" b="0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5B0BEE-F18A-47BB-8FCB-E00DA2F2635D-1">
      <extobjdata type="F35B0BEE-F18A-47BB-8FCB-E00DA2F2635D" data="ewoJIkRlc2lnbklkIiA6ICJjMDU3ZjUwOS1jOWUyLTRjYzctOGZkNC1mMmNmYTcwYzNmMTAiCn0K"/>
    </extobj>
  </extobjs>
</s:customData>
</file>

<file path=customXml/itemProps99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1370</Words>
  <Application>WPS 演示</Application>
  <PresentationFormat/>
  <Paragraphs>212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隶书</vt:lpstr>
      <vt:lpstr>方正粗黑宋简体</vt:lpstr>
      <vt:lpstr>华文行楷</vt:lpstr>
      <vt:lpstr>Wingdings</vt:lpstr>
      <vt:lpstr>思源黑体 CN Normal</vt:lpstr>
      <vt:lpstr>思源宋体 CN Heavy</vt:lpstr>
      <vt:lpstr>Calibri</vt:lpstr>
      <vt:lpstr>Arial Unicode MS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结构鲁棒性对大模型推理能力提升的探究</dc:title>
  <dc:creator>邱添</dc:creator>
  <cp:lastModifiedBy>徐少俊</cp:lastModifiedBy>
  <cp:revision>10</cp:revision>
  <dcterms:created xsi:type="dcterms:W3CDTF">2026-01-20T09:39:00Z</dcterms:created>
  <dcterms:modified xsi:type="dcterms:W3CDTF">2026-04-20T07:44:38Z</dcterms:modified>
  <dc:subject>拔尖型科研训练项目中期答辩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6DA6D4834A4E4C0F81E9F288889E695F_13</vt:lpwstr>
  </property>
</Properties>
</file>